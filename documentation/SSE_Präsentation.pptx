
<file path=[Content_Types].xml><?xml version="1.0" encoding="utf-8"?>
<Types xmlns="http://schemas.openxmlformats.org/package/2006/content-types">
  <Default Extension="DNG" ContentType="image/pn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2"/>
    <p:sldId id="272" r:id="rId3"/>
    <p:sldId id="271" r:id="rId4"/>
    <p:sldId id="273" r:id="rId5"/>
    <p:sldId id="274" r:id="rId6"/>
    <p:sldId id="265" r:id="rId7"/>
    <p:sldId id="266" r:id="rId8"/>
    <p:sldId id="267" r:id="rId9"/>
    <p:sldId id="275" r:id="rId10"/>
    <p:sldId id="261" r:id="rId11"/>
    <p:sldId id="276" r:id="rId12"/>
    <p:sldId id="277" r:id="rId1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57" userDrawn="1">
          <p15:clr>
            <a:srgbClr val="A4A3A4"/>
          </p15:clr>
        </p15:guide>
        <p15:guide id="4" pos="7582" userDrawn="1">
          <p15:clr>
            <a:srgbClr val="A4A3A4"/>
          </p15:clr>
        </p15:guide>
        <p15:guide id="5" orient="horz" pos="5" userDrawn="1">
          <p15:clr>
            <a:srgbClr val="A4A3A4"/>
          </p15:clr>
        </p15:guide>
        <p15:guide id="6" orient="horz" pos="4156" userDrawn="1">
          <p15:clr>
            <a:srgbClr val="A4A3A4"/>
          </p15:clr>
        </p15:guide>
        <p15:guide id="7" pos="892" userDrawn="1">
          <p15:clr>
            <a:srgbClr val="A4A3A4"/>
          </p15:clr>
        </p15:guide>
        <p15:guide id="8" orient="horz" pos="4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CEB"/>
    <a:srgbClr val="EEEEEE"/>
    <a:srgbClr val="BFDDF3"/>
    <a:srgbClr val="8FC2EA"/>
    <a:srgbClr val="A9E8FF"/>
    <a:srgbClr val="ECECEC"/>
    <a:srgbClr val="52A0E0"/>
    <a:srgbClr val="406DDE"/>
    <a:srgbClr val="DE4054"/>
    <a:srgbClr val="1528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796" autoAdjust="0"/>
    <p:restoredTop sz="96395"/>
  </p:normalViewPr>
  <p:slideViewPr>
    <p:cSldViewPr snapToGrid="0">
      <p:cViewPr>
        <p:scale>
          <a:sx n="75" d="100"/>
          <a:sy n="75" d="100"/>
        </p:scale>
        <p:origin x="-173" y="235"/>
      </p:cViewPr>
      <p:guideLst>
        <p:guide orient="horz" pos="2160"/>
        <p:guide pos="3840"/>
        <p:guide pos="257"/>
        <p:guide pos="7582"/>
        <p:guide orient="horz" pos="5"/>
        <p:guide orient="horz" pos="4156"/>
        <p:guide pos="892"/>
        <p:guide orient="horz" pos="43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C7D01-3FC0-2A05-F165-2D5BB326E2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8ED3E1-5792-4F48-8F0A-6F2DD56AF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638CA-EAAF-DF79-96D0-A60B1008C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910C4-2D8A-447A-3578-BF1F96BD8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60366-0088-6430-23CA-64200A949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17825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0DB5A-6393-FAB1-03D9-9B5F13B7B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7AFB6-7662-9771-FE8C-C6443E739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EAB74-D1A0-FEC0-0FD7-8B04F6FB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7F6CF-8785-64F0-D4AB-87844829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FEF28D-7BAE-8AD0-A5CB-EAF63F0C0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00894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F57DF-D3CB-6BE2-01D2-DD6C4CD89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848D8D-8EA5-16DB-BF57-A8B5C58DD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D5268-EB60-A11D-BD66-0386253EF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84E43-BDCF-4AB0-714E-8E6FD9A57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1D579-729D-8F38-62A1-DC1A5EDD9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84231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64DC7-0A2D-592D-667C-216088F9B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59068-27DE-9E7E-83BD-5396B6EE44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794F8A-4D18-815A-F295-401F3D9CA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A8C3F-6B38-629A-4183-5A3775E0F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B1F7A8-1DA3-657E-C79C-6BC3A38CE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A67481-78F5-9837-FB8B-087630D5C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17837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6EBA-42C7-B2CA-0991-FA09E32FC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C932C9-543B-F1A8-2687-A3C599298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18282-D438-1020-3198-E975B82663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C566F4-DA80-51A3-9FB3-E4C4FC206E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B060FE-D15A-9A90-F48A-3D8AAAB222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6528D2-3EF0-BEFF-B631-639EE17B4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E17F29-53EF-9D65-4B9E-8A44392B9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CED7AF-6076-0661-C7AF-01183481E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90321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CB728-3176-5F82-070F-96D168DE9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492EFA-4BC6-847B-90CE-1D300972A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44938-0B00-920B-F80D-1612B4FCB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94D17A-3ACB-C9A5-3DEE-396E8F282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75322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D616E-B19C-C9CB-F3A5-0B27F3A67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CA251A-028D-941F-D748-7963FF3AA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B8114-F3B2-1CD0-D9EC-801C5FFA6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2907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F95E7-3E59-BB66-8A0D-FEC451492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6F02-B1EB-4329-D4B6-2DF41EC2D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B0C6DC-C66B-7BD9-FEE6-8940547EC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B6E20-6475-AD5B-4D8F-560DBB197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55783-6F04-5DBC-B934-A69296678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8F603-6397-2C3F-E818-09D8C652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11637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8A629-4DA0-60D9-D940-49697CD5A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8192CD-9E01-A5DA-8F65-2602DD0252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04DD92-B943-9B57-0C38-8BB706D265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595C73-96CE-7DD9-CD0D-509F60494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C3D3A-E13D-4076-0170-B57C106FD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F6DBDF-A68F-DCA2-281B-A61AF0D42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47292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2586A-9DEA-91C0-CB38-2F73898F4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2AC73E-4E05-ED84-15A4-19616EAEA6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226E1-1D99-528A-3A3F-DA4C67E20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A1138-31F5-46E3-3490-6C6E937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9F70F1-06F9-5C5E-A683-2FAAF7ACE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99453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09AF86-C78E-E77E-05A2-ACA8E21E1A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19D77E-D4C0-FA95-CA00-CB8813E24A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E5E23-D3A9-EE21-9341-4F41BE807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91E679-248F-19B4-FA80-B56C2B518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4EDF4-7FE1-5A92-1F74-484B78F60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27112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1D3C20-F793-73BA-3D33-605FBD65D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98C3-41E9-6F86-BDB8-798D7C463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1DBFB-04D3-9453-F81B-9FF97DC8E9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14235B-E48D-6845-A1B8-FC8D7CFEBEC7}" type="datetimeFigureOut">
              <a:rPr lang="en-DE" smtClean="0"/>
              <a:t>01/16/2025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AAD0CE-668D-336C-0322-2366490EDF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BD808-B35B-497A-66A2-E8C05C9634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1A63FA-EF08-F242-BD7E-927D42167FF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43377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4.D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1.jp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5.png"/><Relationship Id="rId7" Type="http://schemas.openxmlformats.org/officeDocument/2006/relationships/image" Target="../media/image4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7.png"/><Relationship Id="rId7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10" Type="http://schemas.openxmlformats.org/officeDocument/2006/relationships/image" Target="../media/image49.png"/><Relationship Id="rId4" Type="http://schemas.openxmlformats.org/officeDocument/2006/relationships/image" Target="../media/image1.jpg"/><Relationship Id="rId9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9A50A-7C1B-BA68-3966-D66530474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707E061-1D6B-FFFD-8D59-C1E118452A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313"/>
          <a:stretch/>
        </p:blipFill>
        <p:spPr>
          <a:xfrm>
            <a:off x="0" y="0"/>
            <a:ext cx="12192000" cy="6964680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00EC330-5BB0-AB0D-83D5-814EF1187B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30"/>
          <a:stretch/>
        </p:blipFill>
        <p:spPr>
          <a:xfrm>
            <a:off x="6096000" y="0"/>
            <a:ext cx="6096000" cy="6964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212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B56F3B-5AB4-142F-B4FB-E13BE86FC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4C116592-50DD-5861-F444-78ACDECC3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911"/>
          <a:stretch>
            <a:fillRect/>
          </a:stretch>
        </p:blipFill>
        <p:spPr>
          <a:xfrm>
            <a:off x="1569662" y="148883"/>
            <a:ext cx="2492718" cy="2096113"/>
          </a:xfrm>
          <a:custGeom>
            <a:avLst/>
            <a:gdLst>
              <a:gd name="connsiteX0" fmla="*/ 149702 w 2492718"/>
              <a:gd name="connsiteY0" fmla="*/ 0 h 2096113"/>
              <a:gd name="connsiteX1" fmla="*/ 2323846 w 2492718"/>
              <a:gd name="connsiteY1" fmla="*/ 0 h 2096113"/>
              <a:gd name="connsiteX2" fmla="*/ 2351090 w 2492718"/>
              <a:gd name="connsiteY2" fmla="*/ 8457 h 2096113"/>
              <a:gd name="connsiteX3" fmla="*/ 2482734 w 2492718"/>
              <a:gd name="connsiteY3" fmla="*/ 140101 h 2096113"/>
              <a:gd name="connsiteX4" fmla="*/ 2492718 w 2492718"/>
              <a:gd name="connsiteY4" fmla="*/ 172264 h 2096113"/>
              <a:gd name="connsiteX5" fmla="*/ 2492718 w 2492718"/>
              <a:gd name="connsiteY5" fmla="*/ 1912866 h 2096113"/>
              <a:gd name="connsiteX6" fmla="*/ 2482734 w 2492718"/>
              <a:gd name="connsiteY6" fmla="*/ 1945029 h 2096113"/>
              <a:gd name="connsiteX7" fmla="*/ 2254801 w 2492718"/>
              <a:gd name="connsiteY7" fmla="*/ 2096113 h 2096113"/>
              <a:gd name="connsiteX8" fmla="*/ 218747 w 2492718"/>
              <a:gd name="connsiteY8" fmla="*/ 2096113 h 2096113"/>
              <a:gd name="connsiteX9" fmla="*/ 13622 w 2492718"/>
              <a:gd name="connsiteY9" fmla="*/ 1987049 h 2096113"/>
              <a:gd name="connsiteX10" fmla="*/ 0 w 2492718"/>
              <a:gd name="connsiteY10" fmla="*/ 1961953 h 2096113"/>
              <a:gd name="connsiteX11" fmla="*/ 0 w 2492718"/>
              <a:gd name="connsiteY11" fmla="*/ 123177 h 2096113"/>
              <a:gd name="connsiteX12" fmla="*/ 13622 w 2492718"/>
              <a:gd name="connsiteY12" fmla="*/ 98082 h 2096113"/>
              <a:gd name="connsiteX13" fmla="*/ 122458 w 2492718"/>
              <a:gd name="connsiteY13" fmla="*/ 8457 h 2096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492718" h="2096113">
                <a:moveTo>
                  <a:pt x="149702" y="0"/>
                </a:moveTo>
                <a:lnTo>
                  <a:pt x="2323846" y="0"/>
                </a:lnTo>
                <a:lnTo>
                  <a:pt x="2351090" y="8457"/>
                </a:lnTo>
                <a:cubicBezTo>
                  <a:pt x="2410280" y="33492"/>
                  <a:pt x="2457699" y="80911"/>
                  <a:pt x="2482734" y="140101"/>
                </a:cubicBezTo>
                <a:lnTo>
                  <a:pt x="2492718" y="172264"/>
                </a:lnTo>
                <a:lnTo>
                  <a:pt x="2492718" y="1912866"/>
                </a:lnTo>
                <a:lnTo>
                  <a:pt x="2482734" y="1945029"/>
                </a:lnTo>
                <a:cubicBezTo>
                  <a:pt x="2445181" y="2033815"/>
                  <a:pt x="2357266" y="2096113"/>
                  <a:pt x="2254801" y="2096113"/>
                </a:cubicBezTo>
                <a:lnTo>
                  <a:pt x="218747" y="2096113"/>
                </a:lnTo>
                <a:cubicBezTo>
                  <a:pt x="133360" y="2096113"/>
                  <a:pt x="58076" y="2052850"/>
                  <a:pt x="13622" y="1987049"/>
                </a:cubicBezTo>
                <a:lnTo>
                  <a:pt x="0" y="1961953"/>
                </a:lnTo>
                <a:lnTo>
                  <a:pt x="0" y="123177"/>
                </a:lnTo>
                <a:lnTo>
                  <a:pt x="13622" y="98082"/>
                </a:lnTo>
                <a:cubicBezTo>
                  <a:pt x="40294" y="58601"/>
                  <a:pt x="78066" y="27234"/>
                  <a:pt x="122458" y="8457"/>
                </a:cubicBezTo>
                <a:close/>
              </a:path>
            </a:pathLst>
          </a:cu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1BB7F17-8700-C004-9CB8-A021FE0944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25" t="13111" r="16223" b="7356"/>
          <a:stretch/>
        </p:blipFill>
        <p:spPr>
          <a:xfrm rot="5400000">
            <a:off x="7073955" y="-53982"/>
            <a:ext cx="2107096" cy="2516124"/>
          </a:xfrm>
          <a:custGeom>
            <a:avLst/>
            <a:gdLst>
              <a:gd name="connsiteX0" fmla="*/ 0 w 2107096"/>
              <a:gd name="connsiteY0" fmla="*/ 2283427 h 2516124"/>
              <a:gd name="connsiteX1" fmla="*/ 0 w 2107096"/>
              <a:gd name="connsiteY1" fmla="*/ 247373 h 2516124"/>
              <a:gd name="connsiteX2" fmla="*/ 247373 w 2107096"/>
              <a:gd name="connsiteY2" fmla="*/ 0 h 2516124"/>
              <a:gd name="connsiteX3" fmla="*/ 1859723 w 2107096"/>
              <a:gd name="connsiteY3" fmla="*/ 0 h 2516124"/>
              <a:gd name="connsiteX4" fmla="*/ 2107096 w 2107096"/>
              <a:gd name="connsiteY4" fmla="*/ 247373 h 2516124"/>
              <a:gd name="connsiteX5" fmla="*/ 2107096 w 2107096"/>
              <a:gd name="connsiteY5" fmla="*/ 2283427 h 2516124"/>
              <a:gd name="connsiteX6" fmla="*/ 1956012 w 2107096"/>
              <a:gd name="connsiteY6" fmla="*/ 2511360 h 2516124"/>
              <a:gd name="connsiteX7" fmla="*/ 1940665 w 2107096"/>
              <a:gd name="connsiteY7" fmla="*/ 2516124 h 2516124"/>
              <a:gd name="connsiteX8" fmla="*/ 166431 w 2107096"/>
              <a:gd name="connsiteY8" fmla="*/ 2516124 h 2516124"/>
              <a:gd name="connsiteX9" fmla="*/ 151084 w 2107096"/>
              <a:gd name="connsiteY9" fmla="*/ 2511360 h 2516124"/>
              <a:gd name="connsiteX10" fmla="*/ 0 w 2107096"/>
              <a:gd name="connsiteY10" fmla="*/ 2283427 h 2516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07096" h="2516124">
                <a:moveTo>
                  <a:pt x="0" y="2283427"/>
                </a:moveTo>
                <a:lnTo>
                  <a:pt x="0" y="247373"/>
                </a:lnTo>
                <a:cubicBezTo>
                  <a:pt x="0" y="110753"/>
                  <a:pt x="110753" y="0"/>
                  <a:pt x="247373" y="0"/>
                </a:cubicBezTo>
                <a:lnTo>
                  <a:pt x="1859723" y="0"/>
                </a:lnTo>
                <a:cubicBezTo>
                  <a:pt x="1996343" y="0"/>
                  <a:pt x="2107096" y="110753"/>
                  <a:pt x="2107096" y="247373"/>
                </a:cubicBezTo>
                <a:lnTo>
                  <a:pt x="2107096" y="2283427"/>
                </a:lnTo>
                <a:cubicBezTo>
                  <a:pt x="2107096" y="2385892"/>
                  <a:pt x="2044798" y="2473807"/>
                  <a:pt x="1956012" y="2511360"/>
                </a:cubicBezTo>
                <a:lnTo>
                  <a:pt x="1940665" y="2516124"/>
                </a:lnTo>
                <a:lnTo>
                  <a:pt x="166431" y="2516124"/>
                </a:lnTo>
                <a:lnTo>
                  <a:pt x="151084" y="2511360"/>
                </a:lnTo>
                <a:cubicBezTo>
                  <a:pt x="62299" y="2473807"/>
                  <a:pt x="0" y="2385892"/>
                  <a:pt x="0" y="2283427"/>
                </a:cubicBezTo>
                <a:close/>
              </a:path>
            </a:pathLst>
          </a:custGeom>
        </p:spPr>
      </p:pic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894B4490-8C8E-ECCC-DC4B-D6C49246F185}"/>
              </a:ext>
            </a:extLst>
          </p:cNvPr>
          <p:cNvCxnSpPr>
            <a:cxnSpLocks/>
          </p:cNvCxnSpPr>
          <p:nvPr/>
        </p:nvCxnSpPr>
        <p:spPr>
          <a:xfrm>
            <a:off x="9914955" y="2257629"/>
            <a:ext cx="1653358" cy="1042809"/>
          </a:xfrm>
          <a:prstGeom prst="curvedConnector3">
            <a:avLst>
              <a:gd name="adj1" fmla="val 43756"/>
            </a:avLst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D1CBA98C-DBD1-E279-0CA0-B1C17E51ADB7}"/>
              </a:ext>
            </a:extLst>
          </p:cNvPr>
          <p:cNvCxnSpPr>
            <a:cxnSpLocks/>
          </p:cNvCxnSpPr>
          <p:nvPr/>
        </p:nvCxnSpPr>
        <p:spPr>
          <a:xfrm flipV="1">
            <a:off x="6955092" y="2469789"/>
            <a:ext cx="1699907" cy="959211"/>
          </a:xfrm>
          <a:prstGeom prst="curvedConnector3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E47A81A0-2E36-F76E-1AA7-F8661DE0B9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313" r="88385"/>
          <a:stretch/>
        </p:blipFill>
        <p:spPr>
          <a:xfrm>
            <a:off x="0" y="0"/>
            <a:ext cx="1416050" cy="696468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12338950-E0B0-4E8F-AE4A-7D458A90D2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050" b="24861"/>
          <a:stretch/>
        </p:blipFill>
        <p:spPr>
          <a:xfrm>
            <a:off x="4422155" y="3027014"/>
            <a:ext cx="3622953" cy="6236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5B039C-73D7-803D-EED7-422DAECFB333}"/>
              </a:ext>
            </a:extLst>
          </p:cNvPr>
          <p:cNvSpPr txBox="1"/>
          <p:nvPr/>
        </p:nvSpPr>
        <p:spPr>
          <a:xfrm rot="16200000">
            <a:off x="-1861300" y="3120564"/>
            <a:ext cx="55854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solidFill>
                  <a:schemeClr val="bg1"/>
                </a:solidFill>
                <a:latin typeface="Swis721 Blk BT" panose="020B0904030502020204" pitchFamily="34" charset="0"/>
              </a:rPr>
              <a:t>FLUGTEAM</a:t>
            </a:r>
            <a:endParaRPr lang="ru-RU" sz="7200" dirty="0">
              <a:solidFill>
                <a:schemeClr val="bg1"/>
              </a:solidFill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68B40CC-27D7-EA74-71A2-8DD543715015}"/>
              </a:ext>
            </a:extLst>
          </p:cNvPr>
          <p:cNvSpPr/>
          <p:nvPr/>
        </p:nvSpPr>
        <p:spPr>
          <a:xfrm>
            <a:off x="4170354" y="137899"/>
            <a:ext cx="2530800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442AA906-2DF8-8C77-63F0-ED7F6EB1C9B5}"/>
              </a:ext>
            </a:extLst>
          </p:cNvPr>
          <p:cNvSpPr/>
          <p:nvPr/>
        </p:nvSpPr>
        <p:spPr>
          <a:xfrm>
            <a:off x="9484083" y="137899"/>
            <a:ext cx="2552341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64DF8D68-7C3C-559A-3234-6DB5F7AD1D15}"/>
              </a:ext>
            </a:extLst>
          </p:cNvPr>
          <p:cNvSpPr/>
          <p:nvPr/>
        </p:nvSpPr>
        <p:spPr>
          <a:xfrm>
            <a:off x="1541036" y="2365094"/>
            <a:ext cx="2530800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9F78F777-6A37-EB88-4E6D-AD82F53C7F50}"/>
              </a:ext>
            </a:extLst>
          </p:cNvPr>
          <p:cNvSpPr/>
          <p:nvPr/>
        </p:nvSpPr>
        <p:spPr>
          <a:xfrm>
            <a:off x="4170354" y="2365094"/>
            <a:ext cx="2530800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3E353DA4-332D-B16C-6184-3436D874063F}"/>
              </a:ext>
            </a:extLst>
          </p:cNvPr>
          <p:cNvSpPr/>
          <p:nvPr/>
        </p:nvSpPr>
        <p:spPr>
          <a:xfrm>
            <a:off x="6854766" y="2377727"/>
            <a:ext cx="2530800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FDEE68C3-EEAF-7761-8D97-AC0D3D712836}"/>
              </a:ext>
            </a:extLst>
          </p:cNvPr>
          <p:cNvSpPr/>
          <p:nvPr/>
        </p:nvSpPr>
        <p:spPr>
          <a:xfrm>
            <a:off x="9484084" y="2365094"/>
            <a:ext cx="2530800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420DBF5D-0277-3FC8-2AB2-4A44F53C5BF3}"/>
              </a:ext>
            </a:extLst>
          </p:cNvPr>
          <p:cNvSpPr/>
          <p:nvPr/>
        </p:nvSpPr>
        <p:spPr>
          <a:xfrm>
            <a:off x="1531580" y="4600373"/>
            <a:ext cx="2530800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8BA742A7-3909-F0A7-2A44-11E5034C0A76}"/>
              </a:ext>
            </a:extLst>
          </p:cNvPr>
          <p:cNvSpPr/>
          <p:nvPr/>
        </p:nvSpPr>
        <p:spPr>
          <a:xfrm>
            <a:off x="4160898" y="4600373"/>
            <a:ext cx="2530800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CB1CAE61-81EB-011D-5321-EE22B8840683}"/>
              </a:ext>
            </a:extLst>
          </p:cNvPr>
          <p:cNvSpPr/>
          <p:nvPr/>
        </p:nvSpPr>
        <p:spPr>
          <a:xfrm>
            <a:off x="6845310" y="4613006"/>
            <a:ext cx="2530800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00F92A1E-0BFB-E6ED-8FF7-AA9E71F473BB}"/>
              </a:ext>
            </a:extLst>
          </p:cNvPr>
          <p:cNvSpPr/>
          <p:nvPr/>
        </p:nvSpPr>
        <p:spPr>
          <a:xfrm>
            <a:off x="9474628" y="4600373"/>
            <a:ext cx="2530800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DDF896F5-CCED-DAFE-E4FA-27E7C72B776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534" b="19604"/>
          <a:stretch/>
        </p:blipFill>
        <p:spPr>
          <a:xfrm>
            <a:off x="4470331" y="2460952"/>
            <a:ext cx="1930846" cy="1329615"/>
          </a:xfrm>
          <a:prstGeom prst="rect">
            <a:avLst/>
          </a:prstGeom>
        </p:spPr>
      </p:pic>
      <p:pic>
        <p:nvPicPr>
          <p:cNvPr id="65" name="Рисунок 64">
            <a:extLst>
              <a:ext uri="{FF2B5EF4-FFF2-40B4-BE49-F238E27FC236}">
                <a16:creationId xmlns:a16="http://schemas.microsoft.com/office/drawing/2014/main" id="{3872CE7D-5DBA-8711-6900-F100E3FACF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534" b="19604"/>
          <a:stretch/>
        </p:blipFill>
        <p:spPr>
          <a:xfrm>
            <a:off x="9808192" y="2460952"/>
            <a:ext cx="1930846" cy="1329615"/>
          </a:xfrm>
          <a:prstGeom prst="rect">
            <a:avLst/>
          </a:prstGeom>
        </p:spPr>
      </p:pic>
      <p:pic>
        <p:nvPicPr>
          <p:cNvPr id="67" name="Рисунок 66">
            <a:extLst>
              <a:ext uri="{FF2B5EF4-FFF2-40B4-BE49-F238E27FC236}">
                <a16:creationId xmlns:a16="http://schemas.microsoft.com/office/drawing/2014/main" id="{FC84AA85-D39B-38BD-F4AC-08016AEE1A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90056" y="2469789"/>
            <a:ext cx="1423478" cy="1423478"/>
          </a:xfrm>
          <a:prstGeom prst="rect">
            <a:avLst/>
          </a:prstGeom>
        </p:spPr>
      </p:pic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91743A75-42DD-CEE3-50AD-E71D16ECF8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8971" y="2469789"/>
            <a:ext cx="1423478" cy="1423478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9A50F2B3-C7B4-892A-D10A-6BA75B0C2CB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9703" t="23408" r="10245" b="20592"/>
          <a:stretch/>
        </p:blipFill>
        <p:spPr>
          <a:xfrm>
            <a:off x="4437473" y="5221384"/>
            <a:ext cx="1977650" cy="1383455"/>
          </a:xfrm>
          <a:prstGeom prst="rect">
            <a:avLst/>
          </a:prstGeom>
        </p:spPr>
      </p:pic>
      <p:pic>
        <p:nvPicPr>
          <p:cNvPr id="80" name="Рисунок 79">
            <a:extLst>
              <a:ext uri="{FF2B5EF4-FFF2-40B4-BE49-F238E27FC236}">
                <a16:creationId xmlns:a16="http://schemas.microsoft.com/office/drawing/2014/main" id="{B82E32CF-BDF2-0589-369B-CAE4516226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087" y="229023"/>
            <a:ext cx="1733334" cy="1733334"/>
          </a:xfrm>
          <a:prstGeom prst="rect">
            <a:avLst/>
          </a:prstGeom>
        </p:spPr>
      </p:pic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1F540244-6DD8-0E52-D3D2-E3D93B627CB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74558" y="375139"/>
            <a:ext cx="2398113" cy="1441102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29EBC8B0-00DF-6D1E-EB0A-68E82E2E9804}"/>
              </a:ext>
            </a:extLst>
          </p:cNvPr>
          <p:cNvSpPr txBox="1"/>
          <p:nvPr/>
        </p:nvSpPr>
        <p:spPr>
          <a:xfrm>
            <a:off x="9622038" y="3903438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Software-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Entwickler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68E4A87-58D2-29C5-9B2B-809620A14153}"/>
              </a:ext>
            </a:extLst>
          </p:cNvPr>
          <p:cNvSpPr txBox="1"/>
          <p:nvPr/>
        </p:nvSpPr>
        <p:spPr>
          <a:xfrm>
            <a:off x="9588452" y="4749219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Pixelhunter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1FA1EF-0C26-7C59-B463-6A1B302EBB18}"/>
              </a:ext>
            </a:extLst>
          </p:cNvPr>
          <p:cNvSpPr txBox="1"/>
          <p:nvPr/>
        </p:nvSpPr>
        <p:spPr>
          <a:xfrm>
            <a:off x="9629705" y="1759758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Manager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26FF548-A9DB-51C9-21FE-559E1CFF017E}"/>
              </a:ext>
            </a:extLst>
          </p:cNvPr>
          <p:cNvSpPr txBox="1"/>
          <p:nvPr/>
        </p:nvSpPr>
        <p:spPr>
          <a:xfrm>
            <a:off x="6849327" y="3906254"/>
            <a:ext cx="2530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Dokumentationsexperte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D09A580-5FD6-31E0-C6A2-12CA42407104}"/>
              </a:ext>
            </a:extLst>
          </p:cNvPr>
          <p:cNvSpPr txBox="1"/>
          <p:nvPr/>
        </p:nvSpPr>
        <p:spPr>
          <a:xfrm>
            <a:off x="6975927" y="4745276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Feature-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Entwickler</a:t>
            </a:r>
            <a:endParaRPr lang="en-US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80D5A2B-50F6-704E-FC73-8CBD1C78DFB2}"/>
              </a:ext>
            </a:extLst>
          </p:cNvPr>
          <p:cNvSpPr txBox="1"/>
          <p:nvPr/>
        </p:nvSpPr>
        <p:spPr>
          <a:xfrm>
            <a:off x="1510705" y="3906254"/>
            <a:ext cx="2561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Dokumentationsexpertin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52A7F5B-77A0-AFE4-8763-DBFB209714F0}"/>
              </a:ext>
            </a:extLst>
          </p:cNvPr>
          <p:cNvSpPr txBox="1"/>
          <p:nvPr/>
        </p:nvSpPr>
        <p:spPr>
          <a:xfrm>
            <a:off x="1645404" y="4745276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Debuggerin</a:t>
            </a:r>
            <a:endParaRPr lang="en-US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ACEA6C9-F010-A9A6-CF36-F7AAA729BB42}"/>
              </a:ext>
            </a:extLst>
          </p:cNvPr>
          <p:cNvSpPr txBox="1"/>
          <p:nvPr/>
        </p:nvSpPr>
        <p:spPr>
          <a:xfrm>
            <a:off x="4325430" y="3903438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Software-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Entwicklerin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5C6B20F-86F7-E1CB-E1E1-7EBC70F704BD}"/>
              </a:ext>
            </a:extLst>
          </p:cNvPr>
          <p:cNvSpPr txBox="1"/>
          <p:nvPr/>
        </p:nvSpPr>
        <p:spPr>
          <a:xfrm>
            <a:off x="4291844" y="4754140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Designerin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EEE151C-3277-58CF-81A4-B68B71BF7B1A}"/>
              </a:ext>
            </a:extLst>
          </p:cNvPr>
          <p:cNvSpPr txBox="1"/>
          <p:nvPr/>
        </p:nvSpPr>
        <p:spPr>
          <a:xfrm>
            <a:off x="4291844" y="1759758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Git-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Managerin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 </a:t>
            </a:r>
          </a:p>
        </p:txBody>
      </p:sp>
      <p:pic>
        <p:nvPicPr>
          <p:cNvPr id="97" name="Рисунок 96">
            <a:extLst>
              <a:ext uri="{FF2B5EF4-FFF2-40B4-BE49-F238E27FC236}">
                <a16:creationId xmlns:a16="http://schemas.microsoft.com/office/drawing/2014/main" id="{CE45701C-8AAD-4BF9-C10A-02A961C2A97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44925" y="5114608"/>
            <a:ext cx="1565153" cy="1565153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D819D344-417A-7AE8-286C-7B1128068E1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13756" y="5051257"/>
            <a:ext cx="1519714" cy="1519714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046CA563-A4DC-560B-DFDA-B0D72EB0CE1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89494" y="5242791"/>
            <a:ext cx="1214971" cy="1214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0583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1AFE2F-FD99-140A-4814-AF07177E0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5C3C64CB-995F-6E6E-F9A7-726BB03B5745}"/>
              </a:ext>
            </a:extLst>
          </p:cNvPr>
          <p:cNvCxnSpPr>
            <a:cxnSpLocks/>
          </p:cNvCxnSpPr>
          <p:nvPr/>
        </p:nvCxnSpPr>
        <p:spPr>
          <a:xfrm>
            <a:off x="9914955" y="2257629"/>
            <a:ext cx="1653358" cy="1042809"/>
          </a:xfrm>
          <a:prstGeom prst="curvedConnector3">
            <a:avLst>
              <a:gd name="adj1" fmla="val 43756"/>
            </a:avLst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41C35935-9F56-D970-C410-D2DF0F91A75F}"/>
              </a:ext>
            </a:extLst>
          </p:cNvPr>
          <p:cNvCxnSpPr>
            <a:cxnSpLocks/>
          </p:cNvCxnSpPr>
          <p:nvPr/>
        </p:nvCxnSpPr>
        <p:spPr>
          <a:xfrm flipV="1">
            <a:off x="6955092" y="2469789"/>
            <a:ext cx="1699907" cy="959211"/>
          </a:xfrm>
          <a:prstGeom prst="curvedConnector3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BF6887D-EFE7-F6A3-4DA7-C5F374EE53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313" r="88385"/>
          <a:stretch/>
        </p:blipFill>
        <p:spPr>
          <a:xfrm>
            <a:off x="0" y="0"/>
            <a:ext cx="1416050" cy="6964680"/>
          </a:xfrm>
          <a:prstGeom prst="rect">
            <a:avLst/>
          </a:prstGeom>
        </p:spPr>
      </p:pic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A30633FE-7781-DCFF-179F-B92630092758}"/>
              </a:ext>
            </a:extLst>
          </p:cNvPr>
          <p:cNvSpPr/>
          <p:nvPr/>
        </p:nvSpPr>
        <p:spPr>
          <a:xfrm>
            <a:off x="4143473" y="145981"/>
            <a:ext cx="4180319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1FE11D2E-2AAC-5398-3F17-979C55AE7ABA}"/>
              </a:ext>
            </a:extLst>
          </p:cNvPr>
          <p:cNvSpPr/>
          <p:nvPr/>
        </p:nvSpPr>
        <p:spPr>
          <a:xfrm>
            <a:off x="8505603" y="2350225"/>
            <a:ext cx="3521980" cy="160299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A1D3EE17-36A0-1468-BCDD-F3521199E79A}"/>
              </a:ext>
            </a:extLst>
          </p:cNvPr>
          <p:cNvSpPr/>
          <p:nvPr/>
        </p:nvSpPr>
        <p:spPr>
          <a:xfrm>
            <a:off x="8492903" y="150533"/>
            <a:ext cx="3543521" cy="2107095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4C4E7259-0779-6AB8-2A0D-AF8DA46833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92" t="23326" r="4633" b="21441"/>
          <a:stretch/>
        </p:blipFill>
        <p:spPr>
          <a:xfrm>
            <a:off x="9301537" y="2495462"/>
            <a:ext cx="1903689" cy="1042809"/>
          </a:xfrm>
          <a:prstGeom prst="rect">
            <a:avLst/>
          </a:prstGeom>
        </p:spPr>
      </p:pic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7DDCE5DC-A70E-484D-2FEC-13D312F39658}"/>
              </a:ext>
            </a:extLst>
          </p:cNvPr>
          <p:cNvSpPr/>
          <p:nvPr/>
        </p:nvSpPr>
        <p:spPr>
          <a:xfrm>
            <a:off x="4165949" y="4604923"/>
            <a:ext cx="4180319" cy="216503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E71F5665-4FA0-7D0A-6FEE-9E10DC492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0680" y="32670"/>
            <a:ext cx="3622953" cy="231755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723DCC50-780B-58A1-2B44-D325471A76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9239" y="380862"/>
            <a:ext cx="2034708" cy="1256844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20E7446-755F-0266-8A98-EE910593B590}"/>
              </a:ext>
            </a:extLst>
          </p:cNvPr>
          <p:cNvSpPr txBox="1"/>
          <p:nvPr/>
        </p:nvSpPr>
        <p:spPr>
          <a:xfrm>
            <a:off x="4471530" y="1788160"/>
            <a:ext cx="362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Strategie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und Zusammenarbeit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FB60F1-4616-9351-3B81-C48C5CD1EF3E}"/>
              </a:ext>
            </a:extLst>
          </p:cNvPr>
          <p:cNvSpPr txBox="1"/>
          <p:nvPr/>
        </p:nvSpPr>
        <p:spPr>
          <a:xfrm>
            <a:off x="9573920" y="1798503"/>
            <a:ext cx="1358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Java 21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321FBFC-08CA-6358-4B0C-B3E3826ABBD0}"/>
              </a:ext>
            </a:extLst>
          </p:cNvPr>
          <p:cNvSpPr txBox="1"/>
          <p:nvPr/>
        </p:nvSpPr>
        <p:spPr>
          <a:xfrm>
            <a:off x="9564400" y="3525353"/>
            <a:ext cx="1358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libGDX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4B4C0EC-9D8F-D747-FD86-42B873DBCB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1627" y="4765297"/>
            <a:ext cx="2301058" cy="165770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A9968156-2CBC-307F-3135-C0FEBBB8E52A}"/>
              </a:ext>
            </a:extLst>
          </p:cNvPr>
          <p:cNvSpPr txBox="1"/>
          <p:nvPr/>
        </p:nvSpPr>
        <p:spPr>
          <a:xfrm>
            <a:off x="4471530" y="6404378"/>
            <a:ext cx="362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SF Pro Display" panose="00000500000000000000" pitchFamily="50" charset="0"/>
                <a:ea typeface="SF Pro Display" panose="00000500000000000000" pitchFamily="50" charset="0"/>
              </a:rPr>
              <a:t>Für die ganze Familie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50" name="Прямоугольник: скругленные углы 49">
            <a:extLst>
              <a:ext uri="{FF2B5EF4-FFF2-40B4-BE49-F238E27FC236}">
                <a16:creationId xmlns:a16="http://schemas.microsoft.com/office/drawing/2014/main" id="{8E148BCB-F2DA-30F5-0FC5-16839D6F18F4}"/>
              </a:ext>
            </a:extLst>
          </p:cNvPr>
          <p:cNvSpPr/>
          <p:nvPr/>
        </p:nvSpPr>
        <p:spPr>
          <a:xfrm>
            <a:off x="8505603" y="4045813"/>
            <a:ext cx="3521980" cy="272414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25FAF6E7-B189-B214-D5FD-655167D17C9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2606" t="9138" r="18530" b="27570"/>
          <a:stretch/>
        </p:blipFill>
        <p:spPr>
          <a:xfrm>
            <a:off x="8505603" y="4515257"/>
            <a:ext cx="3099775" cy="2254698"/>
          </a:xfrm>
          <a:custGeom>
            <a:avLst/>
            <a:gdLst>
              <a:gd name="connsiteX0" fmla="*/ 0 w 3099775"/>
              <a:gd name="connsiteY0" fmla="*/ 0 h 2254698"/>
              <a:gd name="connsiteX1" fmla="*/ 3099775 w 3099775"/>
              <a:gd name="connsiteY1" fmla="*/ 0 h 2254698"/>
              <a:gd name="connsiteX2" fmla="*/ 3099775 w 3099775"/>
              <a:gd name="connsiteY2" fmla="*/ 2254698 h 2254698"/>
              <a:gd name="connsiteX3" fmla="*/ 319814 w 3099775"/>
              <a:gd name="connsiteY3" fmla="*/ 2254698 h 2254698"/>
              <a:gd name="connsiteX4" fmla="*/ 0 w 3099775"/>
              <a:gd name="connsiteY4" fmla="*/ 1934884 h 2254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9775" h="2254698">
                <a:moveTo>
                  <a:pt x="0" y="0"/>
                </a:moveTo>
                <a:lnTo>
                  <a:pt x="3099775" y="0"/>
                </a:lnTo>
                <a:lnTo>
                  <a:pt x="3099775" y="2254698"/>
                </a:lnTo>
                <a:lnTo>
                  <a:pt x="319814" y="2254698"/>
                </a:lnTo>
                <a:cubicBezTo>
                  <a:pt x="143186" y="2254698"/>
                  <a:pt x="0" y="2111512"/>
                  <a:pt x="0" y="1934884"/>
                </a:cubicBezTo>
                <a:close/>
              </a:path>
            </a:pathLst>
          </a:cu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ACD0608-63F5-43A9-C3E4-67D6D87BDE9A}"/>
              </a:ext>
            </a:extLst>
          </p:cNvPr>
          <p:cNvSpPr txBox="1"/>
          <p:nvPr/>
        </p:nvSpPr>
        <p:spPr>
          <a:xfrm>
            <a:off x="9309697" y="4115591"/>
            <a:ext cx="1882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PC, Mac, Linux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B9DC2EF-ADCF-0B73-BCDA-699236A1C0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015" t="57156" r="12698" b="16207"/>
          <a:stretch/>
        </p:blipFill>
        <p:spPr>
          <a:xfrm>
            <a:off x="4165949" y="2344306"/>
            <a:ext cx="4180319" cy="2165032"/>
          </a:xfrm>
          <a:custGeom>
            <a:avLst/>
            <a:gdLst>
              <a:gd name="connsiteX0" fmla="*/ 254175 w 4180319"/>
              <a:gd name="connsiteY0" fmla="*/ 0 h 2165032"/>
              <a:gd name="connsiteX1" fmla="*/ 3926144 w 4180319"/>
              <a:gd name="connsiteY1" fmla="*/ 0 h 2165032"/>
              <a:gd name="connsiteX2" fmla="*/ 4180319 w 4180319"/>
              <a:gd name="connsiteY2" fmla="*/ 254175 h 2165032"/>
              <a:gd name="connsiteX3" fmla="*/ 4180319 w 4180319"/>
              <a:gd name="connsiteY3" fmla="*/ 1910857 h 2165032"/>
              <a:gd name="connsiteX4" fmla="*/ 3926144 w 4180319"/>
              <a:gd name="connsiteY4" fmla="*/ 2165032 h 2165032"/>
              <a:gd name="connsiteX5" fmla="*/ 254175 w 4180319"/>
              <a:gd name="connsiteY5" fmla="*/ 2165032 h 2165032"/>
              <a:gd name="connsiteX6" fmla="*/ 0 w 4180319"/>
              <a:gd name="connsiteY6" fmla="*/ 1910857 h 2165032"/>
              <a:gd name="connsiteX7" fmla="*/ 0 w 4180319"/>
              <a:gd name="connsiteY7" fmla="*/ 254175 h 2165032"/>
              <a:gd name="connsiteX8" fmla="*/ 254175 w 4180319"/>
              <a:gd name="connsiteY8" fmla="*/ 0 h 2165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180319" h="2165032">
                <a:moveTo>
                  <a:pt x="254175" y="0"/>
                </a:moveTo>
                <a:lnTo>
                  <a:pt x="3926144" y="0"/>
                </a:lnTo>
                <a:cubicBezTo>
                  <a:pt x="4066521" y="0"/>
                  <a:pt x="4180319" y="113798"/>
                  <a:pt x="4180319" y="254175"/>
                </a:cubicBezTo>
                <a:lnTo>
                  <a:pt x="4180319" y="1910857"/>
                </a:lnTo>
                <a:cubicBezTo>
                  <a:pt x="4180319" y="2051234"/>
                  <a:pt x="4066521" y="2165032"/>
                  <a:pt x="3926144" y="2165032"/>
                </a:cubicBezTo>
                <a:lnTo>
                  <a:pt x="254175" y="2165032"/>
                </a:lnTo>
                <a:cubicBezTo>
                  <a:pt x="113798" y="2165032"/>
                  <a:pt x="0" y="2051234"/>
                  <a:pt x="0" y="1910857"/>
                </a:cubicBezTo>
                <a:lnTo>
                  <a:pt x="0" y="254175"/>
                </a:lnTo>
                <a:cubicBezTo>
                  <a:pt x="0" y="113798"/>
                  <a:pt x="113798" y="0"/>
                  <a:pt x="254175" y="0"/>
                </a:cubicBezTo>
                <a:close/>
              </a:path>
            </a:pathLst>
          </a:cu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AEF0385-4C09-BB4D-BDC4-FFEFF3AD81D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6050" b="24861"/>
          <a:stretch/>
        </p:blipFill>
        <p:spPr>
          <a:xfrm>
            <a:off x="4422155" y="3027014"/>
            <a:ext cx="3622953" cy="623641"/>
          </a:xfrm>
          <a:prstGeom prst="rect">
            <a:avLst/>
          </a:prstGeom>
        </p:spPr>
      </p:pic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5E37469F-56B2-5111-77C9-A745B40929B0}"/>
              </a:ext>
            </a:extLst>
          </p:cNvPr>
          <p:cNvSpPr/>
          <p:nvPr/>
        </p:nvSpPr>
        <p:spPr>
          <a:xfrm>
            <a:off x="1566410" y="137899"/>
            <a:ext cx="2407951" cy="3194748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DB22B095-DF81-9904-BFE0-4958B26E28B7}"/>
              </a:ext>
            </a:extLst>
          </p:cNvPr>
          <p:cNvSpPr/>
          <p:nvPr/>
        </p:nvSpPr>
        <p:spPr>
          <a:xfrm>
            <a:off x="1566409" y="3525353"/>
            <a:ext cx="2407951" cy="324460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144A0216-9F8C-178D-7CF1-769A786E0B2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56448" r="8600"/>
          <a:stretch/>
        </p:blipFill>
        <p:spPr>
          <a:xfrm>
            <a:off x="2012103" y="361263"/>
            <a:ext cx="1512841" cy="243711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0B34C3E-3F7F-1DF2-74AA-94779C6F44BF}"/>
              </a:ext>
            </a:extLst>
          </p:cNvPr>
          <p:cNvSpPr txBox="1"/>
          <p:nvPr/>
        </p:nvSpPr>
        <p:spPr>
          <a:xfrm>
            <a:off x="1837668" y="2832200"/>
            <a:ext cx="1869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Spiel des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Jahres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B1CC9DA7-C819-4CEE-CBC5-01A2A55FF43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78382" y="4408197"/>
            <a:ext cx="1980281" cy="198028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3CB5A7-FAFC-18D2-9DF4-CD462F213D60}"/>
              </a:ext>
            </a:extLst>
          </p:cNvPr>
          <p:cNvSpPr txBox="1"/>
          <p:nvPr/>
        </p:nvSpPr>
        <p:spPr>
          <a:xfrm>
            <a:off x="1837668" y="3782109"/>
            <a:ext cx="1869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Sicher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landen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EDBC0AA-790B-E857-1709-4AF6E23C8B13}"/>
              </a:ext>
            </a:extLst>
          </p:cNvPr>
          <p:cNvSpPr txBox="1"/>
          <p:nvPr/>
        </p:nvSpPr>
        <p:spPr>
          <a:xfrm rot="16200000">
            <a:off x="-2250732" y="2880550"/>
            <a:ext cx="6364296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solidFill>
                  <a:schemeClr val="bg1"/>
                </a:solidFill>
                <a:latin typeface="Swis721 Blk BT" panose="020B0904030502020204" pitchFamily="34" charset="0"/>
              </a:rPr>
              <a:t>STARTKLAR</a:t>
            </a:r>
            <a:endParaRPr lang="ru-RU" sz="7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010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25818-9EC4-4027-63BB-63376FCC9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22F50817-994D-749F-3D1D-74F97E535FAF}"/>
              </a:ext>
            </a:extLst>
          </p:cNvPr>
          <p:cNvCxnSpPr>
            <a:cxnSpLocks/>
          </p:cNvCxnSpPr>
          <p:nvPr/>
        </p:nvCxnSpPr>
        <p:spPr>
          <a:xfrm>
            <a:off x="9914955" y="2257629"/>
            <a:ext cx="1653358" cy="1042809"/>
          </a:xfrm>
          <a:prstGeom prst="curvedConnector3">
            <a:avLst>
              <a:gd name="adj1" fmla="val 43756"/>
            </a:avLst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E6812656-38B7-2036-6A1A-31511761E360}"/>
              </a:ext>
            </a:extLst>
          </p:cNvPr>
          <p:cNvCxnSpPr>
            <a:cxnSpLocks/>
          </p:cNvCxnSpPr>
          <p:nvPr/>
        </p:nvCxnSpPr>
        <p:spPr>
          <a:xfrm flipV="1">
            <a:off x="6955092" y="2469789"/>
            <a:ext cx="1699907" cy="959211"/>
          </a:xfrm>
          <a:prstGeom prst="curvedConnector3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A0AB942C-AEA4-732E-9E21-A58B854045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313" r="88385"/>
          <a:stretch/>
        </p:blipFill>
        <p:spPr>
          <a:xfrm>
            <a:off x="0" y="0"/>
            <a:ext cx="1416050" cy="6964680"/>
          </a:xfrm>
          <a:prstGeom prst="rect">
            <a:avLst/>
          </a:prstGeom>
        </p:spPr>
      </p:pic>
      <p:sp>
        <p:nvSpPr>
          <p:cNvPr id="50" name="Прямоугольник: скругленные углы 49">
            <a:extLst>
              <a:ext uri="{FF2B5EF4-FFF2-40B4-BE49-F238E27FC236}">
                <a16:creationId xmlns:a16="http://schemas.microsoft.com/office/drawing/2014/main" id="{BA02EAFC-0ED4-49DB-D5BA-975DB64D09A1}"/>
              </a:ext>
            </a:extLst>
          </p:cNvPr>
          <p:cNvSpPr/>
          <p:nvPr/>
        </p:nvSpPr>
        <p:spPr>
          <a:xfrm>
            <a:off x="6577306" y="137899"/>
            <a:ext cx="5450277" cy="6632056"/>
          </a:xfrm>
          <a:prstGeom prst="roundRect">
            <a:avLst>
              <a:gd name="adj" fmla="val 7853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277BB5DC-77AE-D212-80F9-CEB6C4F8F513}"/>
              </a:ext>
            </a:extLst>
          </p:cNvPr>
          <p:cNvSpPr/>
          <p:nvPr/>
        </p:nvSpPr>
        <p:spPr>
          <a:xfrm>
            <a:off x="1566409" y="3525353"/>
            <a:ext cx="4810263" cy="324460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FFF763-15D1-1748-FA75-3DA40C1F3036}"/>
              </a:ext>
            </a:extLst>
          </p:cNvPr>
          <p:cNvSpPr txBox="1"/>
          <p:nvPr/>
        </p:nvSpPr>
        <p:spPr>
          <a:xfrm rot="16200000">
            <a:off x="-2250732" y="2849772"/>
            <a:ext cx="636429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800" dirty="0">
                <a:solidFill>
                  <a:schemeClr val="bg1"/>
                </a:solidFill>
                <a:latin typeface="Swis721 Blk BT" panose="020B0904030502020204" pitchFamily="34" charset="0"/>
              </a:rPr>
              <a:t>ABENTEUR</a:t>
            </a:r>
            <a:endParaRPr lang="ru-RU" sz="78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595C1-3376-64CB-11C0-45B5F031F1BD}"/>
              </a:ext>
            </a:extLst>
          </p:cNvPr>
          <p:cNvSpPr txBox="1"/>
          <p:nvPr/>
        </p:nvSpPr>
        <p:spPr>
          <a:xfrm>
            <a:off x="7650223" y="6240906"/>
            <a:ext cx="3304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Farbenfrohes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Design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421F0FC8-600E-833D-5C6C-D42FC4F4FC93}"/>
              </a:ext>
            </a:extLst>
          </p:cNvPr>
          <p:cNvSpPr/>
          <p:nvPr/>
        </p:nvSpPr>
        <p:spPr>
          <a:xfrm>
            <a:off x="1566409" y="137899"/>
            <a:ext cx="4810263" cy="324460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F9D45A-06E8-0230-C65E-033A437976E7}"/>
              </a:ext>
            </a:extLst>
          </p:cNvPr>
          <p:cNvSpPr txBox="1"/>
          <p:nvPr/>
        </p:nvSpPr>
        <p:spPr>
          <a:xfrm>
            <a:off x="2156168" y="2899929"/>
            <a:ext cx="362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Intuitive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Bediengungen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16FABD-61B1-E94E-C95A-EAFF4BFBEF14}"/>
              </a:ext>
            </a:extLst>
          </p:cNvPr>
          <p:cNvSpPr txBox="1"/>
          <p:nvPr/>
        </p:nvSpPr>
        <p:spPr>
          <a:xfrm>
            <a:off x="2408861" y="6240906"/>
            <a:ext cx="2904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Spaß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für alle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Altersgruppen</a:t>
            </a:r>
            <a:endParaRPr lang="en-US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DDF346B-038D-589A-BE2D-7B89510F8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514" y="176336"/>
            <a:ext cx="2908259" cy="2908259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21F8E81-A602-6846-5E92-4D79954BDF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336" r="16400"/>
          <a:stretch/>
        </p:blipFill>
        <p:spPr>
          <a:xfrm>
            <a:off x="7092263" y="356561"/>
            <a:ext cx="4422856" cy="5825400"/>
          </a:xfrm>
          <a:prstGeom prst="roundRect">
            <a:avLst>
              <a:gd name="adj" fmla="val 7885"/>
            </a:avLst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62412351-E57A-0522-5212-034D2D37E5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0779" y="3625217"/>
            <a:ext cx="2604538" cy="260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713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97E2D-942B-9960-2A50-E7A9B839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E8CC5462-224C-DA87-1296-D8CF8641F9E4}"/>
              </a:ext>
            </a:extLst>
          </p:cNvPr>
          <p:cNvCxnSpPr>
            <a:cxnSpLocks/>
          </p:cNvCxnSpPr>
          <p:nvPr/>
        </p:nvCxnSpPr>
        <p:spPr>
          <a:xfrm>
            <a:off x="9914955" y="2257629"/>
            <a:ext cx="1653358" cy="1042809"/>
          </a:xfrm>
          <a:prstGeom prst="curvedConnector3">
            <a:avLst>
              <a:gd name="adj1" fmla="val 43756"/>
            </a:avLst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793700AD-68D7-3892-C5E6-ED8EBA0E58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313" r="88385"/>
          <a:stretch/>
        </p:blipFill>
        <p:spPr>
          <a:xfrm>
            <a:off x="0" y="0"/>
            <a:ext cx="1416050" cy="696468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255CE419-45ED-9D35-E75A-6BBCA00CA364}"/>
              </a:ext>
            </a:extLst>
          </p:cNvPr>
          <p:cNvSpPr txBox="1"/>
          <p:nvPr/>
        </p:nvSpPr>
        <p:spPr>
          <a:xfrm rot="16200000">
            <a:off x="-2306487" y="3058302"/>
            <a:ext cx="63642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600" dirty="0">
                <a:solidFill>
                  <a:schemeClr val="bg1"/>
                </a:solidFill>
                <a:latin typeface="Swis721 Blk BT" panose="020B0904030502020204" pitchFamily="34" charset="0"/>
              </a:rPr>
              <a:t>ANFORDURUNGEN</a:t>
            </a:r>
            <a:endParaRPr lang="ru-RU" sz="46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46250CE-AE98-FACC-A039-40776EBC39C7}"/>
              </a:ext>
            </a:extLst>
          </p:cNvPr>
          <p:cNvSpPr/>
          <p:nvPr/>
        </p:nvSpPr>
        <p:spPr>
          <a:xfrm>
            <a:off x="4170354" y="182503"/>
            <a:ext cx="2530800" cy="2493789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7AABE708-FB91-E709-C0E8-1E9B689F471B}"/>
              </a:ext>
            </a:extLst>
          </p:cNvPr>
          <p:cNvSpPr/>
          <p:nvPr/>
        </p:nvSpPr>
        <p:spPr>
          <a:xfrm>
            <a:off x="9476999" y="182503"/>
            <a:ext cx="2552341" cy="2493789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99D8798A-1BE8-7116-8C6A-CA0E8B929845}"/>
              </a:ext>
            </a:extLst>
          </p:cNvPr>
          <p:cNvSpPr/>
          <p:nvPr/>
        </p:nvSpPr>
        <p:spPr>
          <a:xfrm>
            <a:off x="6812906" y="182503"/>
            <a:ext cx="2552341" cy="2493789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4856D88D-1BFF-F097-371E-B370FAA1A7AA}"/>
              </a:ext>
            </a:extLst>
          </p:cNvPr>
          <p:cNvSpPr/>
          <p:nvPr/>
        </p:nvSpPr>
        <p:spPr>
          <a:xfrm>
            <a:off x="1527802" y="182503"/>
            <a:ext cx="2530800" cy="2493789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F81BA952-CEA8-F71E-E263-8C8E43FD338B}"/>
              </a:ext>
            </a:extLst>
          </p:cNvPr>
          <p:cNvSpPr/>
          <p:nvPr/>
        </p:nvSpPr>
        <p:spPr>
          <a:xfrm>
            <a:off x="1527802" y="2801989"/>
            <a:ext cx="3851293" cy="1893181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Прямоугольник: скругленные углы 30">
            <a:extLst>
              <a:ext uri="{FF2B5EF4-FFF2-40B4-BE49-F238E27FC236}">
                <a16:creationId xmlns:a16="http://schemas.microsoft.com/office/drawing/2014/main" id="{82BDE563-10C6-C2D1-8DA3-DD3B14DF519F}"/>
              </a:ext>
            </a:extLst>
          </p:cNvPr>
          <p:cNvSpPr/>
          <p:nvPr/>
        </p:nvSpPr>
        <p:spPr>
          <a:xfrm>
            <a:off x="8185132" y="2801989"/>
            <a:ext cx="3851293" cy="1893181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E8AE6C9D-DA25-91FB-7D08-89EFE0454A9C}"/>
              </a:ext>
            </a:extLst>
          </p:cNvPr>
          <p:cNvSpPr/>
          <p:nvPr/>
        </p:nvSpPr>
        <p:spPr>
          <a:xfrm>
            <a:off x="1527802" y="4796022"/>
            <a:ext cx="3851293" cy="1893181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3AE04FA5-5091-249F-22CA-733F648E9DA1}"/>
              </a:ext>
            </a:extLst>
          </p:cNvPr>
          <p:cNvSpPr/>
          <p:nvPr/>
        </p:nvSpPr>
        <p:spPr>
          <a:xfrm>
            <a:off x="8185132" y="4796022"/>
            <a:ext cx="3851293" cy="1893181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D192A705-6A42-087E-74B3-8347F6A6F8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5661" y="533704"/>
            <a:ext cx="1555081" cy="1555081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E19DB1B1-84DD-7E45-6F0C-F01DF244A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2814" y="291652"/>
            <a:ext cx="2692524" cy="1893181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E2D772D-269C-4D84-0876-58ACF2123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8604" y="395704"/>
            <a:ext cx="1789129" cy="1789129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C92745D1-65EB-D336-461C-77309C60A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531123">
            <a:off x="2291545" y="2867928"/>
            <a:ext cx="2201727" cy="1373786"/>
          </a:xfrm>
          <a:prstGeom prst="rect">
            <a:avLst/>
          </a:prstGeom>
        </p:spPr>
      </p:pic>
      <p:sp>
        <p:nvSpPr>
          <p:cNvPr id="47" name="Прямоугольник: скругленные углы 46">
            <a:extLst>
              <a:ext uri="{FF2B5EF4-FFF2-40B4-BE49-F238E27FC236}">
                <a16:creationId xmlns:a16="http://schemas.microsoft.com/office/drawing/2014/main" id="{D1523CC4-5A1C-513C-3A99-4A1081CC48D6}"/>
              </a:ext>
            </a:extLst>
          </p:cNvPr>
          <p:cNvSpPr/>
          <p:nvPr/>
        </p:nvSpPr>
        <p:spPr>
          <a:xfrm>
            <a:off x="5490847" y="2801990"/>
            <a:ext cx="2591433" cy="3873508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ED7D90E5-125D-C657-20E0-55C809DC6A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5661" y="5014114"/>
            <a:ext cx="2996971" cy="963067"/>
          </a:xfrm>
          <a:prstGeom prst="rect">
            <a:avLst/>
          </a:prstGeom>
        </p:spPr>
      </p:pic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F831D894-AFF5-231E-D614-62A76501E2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4862" y="2970025"/>
            <a:ext cx="2715368" cy="1183714"/>
          </a:xfrm>
          <a:prstGeom prst="rect">
            <a:avLst/>
          </a:prstGeom>
        </p:spPr>
      </p:pic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9886AA40-7C92-41EC-8B4F-0F1B1F989F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3904" y="4863206"/>
            <a:ext cx="2715368" cy="1408506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AC04B980-E71A-05EB-2CE5-853797915E3A}"/>
              </a:ext>
            </a:extLst>
          </p:cNvPr>
          <p:cNvSpPr txBox="1"/>
          <p:nvPr/>
        </p:nvSpPr>
        <p:spPr>
          <a:xfrm>
            <a:off x="9601592" y="2194735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Flugzeugstatus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53F96D5-B535-3047-E806-728AB92F8FEE}"/>
              </a:ext>
            </a:extLst>
          </p:cNvPr>
          <p:cNvSpPr txBox="1"/>
          <p:nvPr/>
        </p:nvSpPr>
        <p:spPr>
          <a:xfrm>
            <a:off x="4280143" y="2124079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Startbildschirm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 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E635ACA-468C-EB46-7A73-9C2AF68139C7}"/>
              </a:ext>
            </a:extLst>
          </p:cNvPr>
          <p:cNvSpPr txBox="1"/>
          <p:nvPr/>
        </p:nvSpPr>
        <p:spPr>
          <a:xfrm>
            <a:off x="2307721" y="4175910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Würfeln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&amp;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Platzieren</a:t>
            </a:r>
            <a:endParaRPr lang="en-US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4A42AD2-C734-D39E-F3E7-5ACA2CB422B0}"/>
              </a:ext>
            </a:extLst>
          </p:cNvPr>
          <p:cNvSpPr txBox="1"/>
          <p:nvPr/>
        </p:nvSpPr>
        <p:spPr>
          <a:xfrm>
            <a:off x="6930704" y="2165191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Cockpit-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Anzeige</a:t>
            </a:r>
            <a:endParaRPr lang="en-US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1112AE-8F75-738F-4937-3C128372B1FD}"/>
              </a:ext>
            </a:extLst>
          </p:cNvPr>
          <p:cNvSpPr txBox="1"/>
          <p:nvPr/>
        </p:nvSpPr>
        <p:spPr>
          <a:xfrm>
            <a:off x="2012269" y="6195273"/>
            <a:ext cx="2734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Bewegung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des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Flugzeugs</a:t>
            </a:r>
            <a:endParaRPr lang="en-US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4E1456D-D42B-1F29-6330-5F02D6C589AC}"/>
              </a:ext>
            </a:extLst>
          </p:cNvPr>
          <p:cNvSpPr txBox="1"/>
          <p:nvPr/>
        </p:nvSpPr>
        <p:spPr>
          <a:xfrm>
            <a:off x="8906241" y="4175910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Sichere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Landung</a:t>
            </a:r>
            <a:endParaRPr lang="en-US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FEC353A-2BDA-C0F7-F926-DF9DD1A3E84B}"/>
              </a:ext>
            </a:extLst>
          </p:cNvPr>
          <p:cNvSpPr txBox="1"/>
          <p:nvPr/>
        </p:nvSpPr>
        <p:spPr>
          <a:xfrm>
            <a:off x="8906241" y="6195273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Kollision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405E063-716F-94B5-9FD5-77788B343E87}"/>
              </a:ext>
            </a:extLst>
          </p:cNvPr>
          <p:cNvSpPr txBox="1"/>
          <p:nvPr/>
        </p:nvSpPr>
        <p:spPr>
          <a:xfrm>
            <a:off x="1652263" y="2165191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Zwei-Spieler-Modus </a:t>
            </a:r>
          </a:p>
        </p:txBody>
      </p:sp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54D8DB85-7FDA-E821-FEC0-E4497BB492F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57054" y="291652"/>
            <a:ext cx="1949330" cy="1949330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7D2D192-E606-9229-9822-45600ED4220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15698" y="3151680"/>
            <a:ext cx="2634330" cy="263433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150CD0B4-2374-259C-52A7-1AC5A58941B6}"/>
              </a:ext>
            </a:extLst>
          </p:cNvPr>
          <p:cNvSpPr txBox="1"/>
          <p:nvPr/>
        </p:nvSpPr>
        <p:spPr>
          <a:xfrm>
            <a:off x="5649113" y="6183698"/>
            <a:ext cx="2303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Anforderungen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erfüllt</a:t>
            </a:r>
            <a:endParaRPr lang="en-US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915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computer&#10;&#10;Description automatically generated">
            <a:extLst>
              <a:ext uri="{FF2B5EF4-FFF2-40B4-BE49-F238E27FC236}">
                <a16:creationId xmlns:a16="http://schemas.microsoft.com/office/drawing/2014/main" id="{32BF0003-7919-F65E-240A-1EB440652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378" y="535259"/>
            <a:ext cx="9886832" cy="548507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B99E01E-36B2-2C00-5520-7E7318C5AB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313" r="88385"/>
          <a:stretch/>
        </p:blipFill>
        <p:spPr>
          <a:xfrm>
            <a:off x="0" y="0"/>
            <a:ext cx="1416050" cy="6964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06B4B2-9AEF-3184-DB8D-AEB216C697BA}"/>
              </a:ext>
            </a:extLst>
          </p:cNvPr>
          <p:cNvSpPr txBox="1"/>
          <p:nvPr/>
        </p:nvSpPr>
        <p:spPr>
          <a:xfrm rot="16200000">
            <a:off x="-2306487" y="3104468"/>
            <a:ext cx="63642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chemeClr val="bg1"/>
                </a:solidFill>
                <a:latin typeface="Swis721 Blk BT" panose="020B0904030502020204" pitchFamily="34" charset="0"/>
              </a:rPr>
              <a:t>SYSTEMEVOLUTION</a:t>
            </a:r>
            <a:endParaRPr lang="ru-RU" sz="4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273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8B3ED0-0CD8-30E5-CFB4-12D1D6B70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company&#10;&#10;Description automatically generated">
            <a:extLst>
              <a:ext uri="{FF2B5EF4-FFF2-40B4-BE49-F238E27FC236}">
                <a16:creationId xmlns:a16="http://schemas.microsoft.com/office/drawing/2014/main" id="{6735A4E3-20B2-1FA4-B552-E43872458B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7" r="20877" b="69479"/>
          <a:stretch/>
        </p:blipFill>
        <p:spPr>
          <a:xfrm>
            <a:off x="58049" y="524107"/>
            <a:ext cx="12133951" cy="633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6371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A821C-07AA-B21F-DEA1-7D629F12E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company&#10;&#10;Description automatically generated">
            <a:extLst>
              <a:ext uri="{FF2B5EF4-FFF2-40B4-BE49-F238E27FC236}">
                <a16:creationId xmlns:a16="http://schemas.microsoft.com/office/drawing/2014/main" id="{F3F1DA68-563C-6E7F-5DE6-854640A88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257" y="0"/>
            <a:ext cx="6287486" cy="6770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4388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875B2-9A4F-2899-0BA8-48E10A1B2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B332BA1A-C341-FDDC-0653-9A4B1DD13E69}"/>
              </a:ext>
            </a:extLst>
          </p:cNvPr>
          <p:cNvCxnSpPr>
            <a:cxnSpLocks/>
          </p:cNvCxnSpPr>
          <p:nvPr/>
        </p:nvCxnSpPr>
        <p:spPr>
          <a:xfrm>
            <a:off x="9914955" y="2257629"/>
            <a:ext cx="1653358" cy="1042809"/>
          </a:xfrm>
          <a:prstGeom prst="curvedConnector3">
            <a:avLst>
              <a:gd name="adj1" fmla="val 43756"/>
            </a:avLst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BE23C117-081C-BF9C-3B3E-2A6BB7F0238F}"/>
              </a:ext>
            </a:extLst>
          </p:cNvPr>
          <p:cNvCxnSpPr>
            <a:cxnSpLocks/>
          </p:cNvCxnSpPr>
          <p:nvPr/>
        </p:nvCxnSpPr>
        <p:spPr>
          <a:xfrm flipV="1">
            <a:off x="6955092" y="2469789"/>
            <a:ext cx="1699907" cy="959211"/>
          </a:xfrm>
          <a:prstGeom prst="curvedConnector3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8256889-1FB2-7F26-D24B-3C5B76C98E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313" r="88385"/>
          <a:stretch/>
        </p:blipFill>
        <p:spPr>
          <a:xfrm>
            <a:off x="0" y="0"/>
            <a:ext cx="1416050" cy="6964680"/>
          </a:xfrm>
          <a:prstGeom prst="rect">
            <a:avLst/>
          </a:prstGeom>
        </p:spPr>
      </p:pic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7D0F557D-7B37-BBA2-8E87-28B35A458B48}"/>
              </a:ext>
            </a:extLst>
          </p:cNvPr>
          <p:cNvSpPr/>
          <p:nvPr/>
        </p:nvSpPr>
        <p:spPr>
          <a:xfrm>
            <a:off x="1566409" y="3525353"/>
            <a:ext cx="5102020" cy="324460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8C9A91F2-1E71-8B97-F470-71694C3CAA2F}"/>
              </a:ext>
            </a:extLst>
          </p:cNvPr>
          <p:cNvSpPr/>
          <p:nvPr/>
        </p:nvSpPr>
        <p:spPr>
          <a:xfrm>
            <a:off x="1566409" y="137899"/>
            <a:ext cx="5090681" cy="324460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9B7176-A25A-AF03-5885-CDA075D82CCA}"/>
              </a:ext>
            </a:extLst>
          </p:cNvPr>
          <p:cNvSpPr txBox="1"/>
          <p:nvPr/>
        </p:nvSpPr>
        <p:spPr>
          <a:xfrm>
            <a:off x="2300272" y="2889390"/>
            <a:ext cx="362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Pausenmenü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93AFF5-C13C-CE6F-5BB0-E5ED01B3D0F9}"/>
              </a:ext>
            </a:extLst>
          </p:cNvPr>
          <p:cNvSpPr txBox="1"/>
          <p:nvPr/>
        </p:nvSpPr>
        <p:spPr>
          <a:xfrm>
            <a:off x="2411403" y="6240906"/>
            <a:ext cx="33866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Rückkehr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zum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Hauptmenü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7D63A130-F592-9609-8878-89D99DF26CE1}"/>
              </a:ext>
            </a:extLst>
          </p:cNvPr>
          <p:cNvSpPr/>
          <p:nvPr/>
        </p:nvSpPr>
        <p:spPr>
          <a:xfrm>
            <a:off x="6818788" y="3525353"/>
            <a:ext cx="5217637" cy="324460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0DD18733-5F5B-B6A4-1FF2-7ED4D6D16404}"/>
              </a:ext>
            </a:extLst>
          </p:cNvPr>
          <p:cNvSpPr/>
          <p:nvPr/>
        </p:nvSpPr>
        <p:spPr>
          <a:xfrm>
            <a:off x="6818788" y="137899"/>
            <a:ext cx="5217637" cy="324460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C6F936-9229-A1A5-E770-F4C2EFEAFB92}"/>
              </a:ext>
            </a:extLst>
          </p:cNvPr>
          <p:cNvSpPr txBox="1"/>
          <p:nvPr/>
        </p:nvSpPr>
        <p:spPr>
          <a:xfrm>
            <a:off x="7709583" y="2898252"/>
            <a:ext cx="362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Verschiedene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Spielszenarien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06B090-A3A0-6677-382C-38F11A8C7BAE}"/>
              </a:ext>
            </a:extLst>
          </p:cNvPr>
          <p:cNvSpPr txBox="1"/>
          <p:nvPr/>
        </p:nvSpPr>
        <p:spPr>
          <a:xfrm>
            <a:off x="8068614" y="6240906"/>
            <a:ext cx="2904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Nutzung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von Tokens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37835ED-BA8D-A83F-9CC0-43D9E9107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3742" y="1093446"/>
            <a:ext cx="4041957" cy="1149679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15A8A21E-9CE8-4942-8C10-2D410DCE1451}"/>
              </a:ext>
            </a:extLst>
          </p:cNvPr>
          <p:cNvGrpSpPr/>
          <p:nvPr/>
        </p:nvGrpSpPr>
        <p:grpSpPr>
          <a:xfrm>
            <a:off x="8212889" y="434237"/>
            <a:ext cx="2669357" cy="2468096"/>
            <a:chOff x="7823652" y="758583"/>
            <a:chExt cx="2669357" cy="2468096"/>
          </a:xfrm>
        </p:grpSpPr>
        <p:pic>
          <p:nvPicPr>
            <p:cNvPr id="12" name="Рисунок 11">
              <a:extLst>
                <a:ext uri="{FF2B5EF4-FFF2-40B4-BE49-F238E27FC236}">
                  <a16:creationId xmlns:a16="http://schemas.microsoft.com/office/drawing/2014/main" id="{6DC24B99-4DEE-17CC-7CE8-AD3A0EE83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3652" y="758583"/>
              <a:ext cx="2130807" cy="2130807"/>
            </a:xfrm>
            <a:prstGeom prst="rect">
              <a:avLst/>
            </a:prstGeom>
          </p:spPr>
        </p:pic>
        <p:pic>
          <p:nvPicPr>
            <p:cNvPr id="13" name="Рисунок 12">
              <a:extLst>
                <a:ext uri="{FF2B5EF4-FFF2-40B4-BE49-F238E27FC236}">
                  <a16:creationId xmlns:a16="http://schemas.microsoft.com/office/drawing/2014/main" id="{008E2569-B187-4BE9-420E-F3066C53B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57708" y="854936"/>
              <a:ext cx="2130807" cy="2130807"/>
            </a:xfrm>
            <a:prstGeom prst="rect">
              <a:avLst/>
            </a:prstGeom>
          </p:spPr>
        </p:pic>
        <p:pic>
          <p:nvPicPr>
            <p:cNvPr id="14" name="Рисунок 13">
              <a:extLst>
                <a:ext uri="{FF2B5EF4-FFF2-40B4-BE49-F238E27FC236}">
                  <a16:creationId xmlns:a16="http://schemas.microsoft.com/office/drawing/2014/main" id="{7C381BFF-3355-9EA7-BCE4-5C07DE75D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62202" y="1095872"/>
              <a:ext cx="2130807" cy="2130807"/>
            </a:xfrm>
            <a:prstGeom prst="rect">
              <a:avLst/>
            </a:prstGeom>
          </p:spPr>
        </p:pic>
      </p:grp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DDF98C3-C5B3-F025-6730-D8505429B9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6022" y="3970167"/>
            <a:ext cx="4324491" cy="2199313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AC73553-A804-3DD1-1AE9-1DB097BC97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2348" y="3927763"/>
            <a:ext cx="2243492" cy="2243492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8D26B18B-CECC-550B-8917-E1E3573749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69548" y="3928455"/>
            <a:ext cx="2242800" cy="22428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19CAB83-8C0F-D14D-9570-7C895E6C41CF}"/>
              </a:ext>
            </a:extLst>
          </p:cNvPr>
          <p:cNvSpPr txBox="1"/>
          <p:nvPr/>
        </p:nvSpPr>
        <p:spPr>
          <a:xfrm rot="16200000">
            <a:off x="-2306487" y="3058302"/>
            <a:ext cx="63642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600" dirty="0">
                <a:solidFill>
                  <a:schemeClr val="bg1"/>
                </a:solidFill>
                <a:latin typeface="Swis721 Blk BT" panose="020B0904030502020204" pitchFamily="34" charset="0"/>
              </a:rPr>
              <a:t>ANFORDURUNGEN</a:t>
            </a:r>
            <a:endParaRPr lang="ru-RU" sz="4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6314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BD791-BA24-2DB6-2F04-3B2A4B349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6D5C902-80CA-BF9F-BCA5-64FAB8A4E973}"/>
              </a:ext>
            </a:extLst>
          </p:cNvPr>
          <p:cNvSpPr txBox="1"/>
          <p:nvPr/>
        </p:nvSpPr>
        <p:spPr>
          <a:xfrm>
            <a:off x="2025805" y="2274849"/>
            <a:ext cx="814039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dirty="0"/>
              <a:t>GAMEPLAY VIDEO</a:t>
            </a:r>
            <a:endParaRPr lang="ru-RU" sz="8800" dirty="0"/>
          </a:p>
        </p:txBody>
      </p:sp>
    </p:spTree>
    <p:extLst>
      <p:ext uri="{BB962C8B-B14F-4D97-AF65-F5344CB8AC3E}">
        <p14:creationId xmlns:p14="http://schemas.microsoft.com/office/powerpoint/2010/main" val="3017804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8D595-CB88-02B1-3740-321D8F9ED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F469A297-15BB-E2C6-B4B7-078BAB69710D}"/>
              </a:ext>
            </a:extLst>
          </p:cNvPr>
          <p:cNvCxnSpPr>
            <a:cxnSpLocks/>
          </p:cNvCxnSpPr>
          <p:nvPr/>
        </p:nvCxnSpPr>
        <p:spPr>
          <a:xfrm>
            <a:off x="9914955" y="2257629"/>
            <a:ext cx="1653358" cy="1042809"/>
          </a:xfrm>
          <a:prstGeom prst="curvedConnector3">
            <a:avLst>
              <a:gd name="adj1" fmla="val 43756"/>
            </a:avLst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6A426CA3-902E-3BBF-8309-CA5EE6D2F785}"/>
              </a:ext>
            </a:extLst>
          </p:cNvPr>
          <p:cNvCxnSpPr>
            <a:cxnSpLocks/>
          </p:cNvCxnSpPr>
          <p:nvPr/>
        </p:nvCxnSpPr>
        <p:spPr>
          <a:xfrm flipV="1">
            <a:off x="6955092" y="2469789"/>
            <a:ext cx="1699907" cy="959211"/>
          </a:xfrm>
          <a:prstGeom prst="curvedConnector3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E4FE8C33-221B-63BA-C3C5-8A2300C585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313" r="88385"/>
          <a:stretch/>
        </p:blipFill>
        <p:spPr>
          <a:xfrm>
            <a:off x="0" y="0"/>
            <a:ext cx="1416050" cy="6964680"/>
          </a:xfrm>
          <a:prstGeom prst="rect">
            <a:avLst/>
          </a:prstGeom>
        </p:spPr>
      </p:pic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994EE5D4-5700-0398-E45F-F809DE9EB23D}"/>
              </a:ext>
            </a:extLst>
          </p:cNvPr>
          <p:cNvSpPr/>
          <p:nvPr/>
        </p:nvSpPr>
        <p:spPr>
          <a:xfrm>
            <a:off x="1556524" y="145981"/>
            <a:ext cx="4180319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381B1709-CC92-6DFF-9C37-DFC1D1D3CA20}"/>
              </a:ext>
            </a:extLst>
          </p:cNvPr>
          <p:cNvSpPr/>
          <p:nvPr/>
        </p:nvSpPr>
        <p:spPr>
          <a:xfrm>
            <a:off x="8505603" y="2350225"/>
            <a:ext cx="3521980" cy="160299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5ED1DB28-21EE-5F12-67B0-7C491B6B6D81}"/>
              </a:ext>
            </a:extLst>
          </p:cNvPr>
          <p:cNvSpPr/>
          <p:nvPr/>
        </p:nvSpPr>
        <p:spPr>
          <a:xfrm>
            <a:off x="8492903" y="150533"/>
            <a:ext cx="3543521" cy="2107095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921811B9-DF5E-D6D8-C1CE-BAC68F186E51}"/>
              </a:ext>
            </a:extLst>
          </p:cNvPr>
          <p:cNvSpPr/>
          <p:nvPr/>
        </p:nvSpPr>
        <p:spPr>
          <a:xfrm>
            <a:off x="1579000" y="4604923"/>
            <a:ext cx="4180319" cy="216503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7A917A9-16E3-688E-03B3-0F9A6284FA92}"/>
              </a:ext>
            </a:extLst>
          </p:cNvPr>
          <p:cNvSpPr txBox="1"/>
          <p:nvPr/>
        </p:nvSpPr>
        <p:spPr>
          <a:xfrm>
            <a:off x="1884581" y="1788160"/>
            <a:ext cx="362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Erfüllt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alle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Anforderungen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343206-B7AF-7EE4-6844-07F741784973}"/>
              </a:ext>
            </a:extLst>
          </p:cNvPr>
          <p:cNvSpPr txBox="1"/>
          <p:nvPr/>
        </p:nvSpPr>
        <p:spPr>
          <a:xfrm>
            <a:off x="9166883" y="2409701"/>
            <a:ext cx="2195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Portierbar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AC7D1E-8C72-1A4A-4762-5E59153A3C7D}"/>
              </a:ext>
            </a:extLst>
          </p:cNvPr>
          <p:cNvSpPr txBox="1"/>
          <p:nvPr/>
        </p:nvSpPr>
        <p:spPr>
          <a:xfrm>
            <a:off x="8790025" y="1818519"/>
            <a:ext cx="294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Szenarien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per DLCs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4B2E36-5773-3C8D-E792-1C1372F48E2D}"/>
              </a:ext>
            </a:extLst>
          </p:cNvPr>
          <p:cNvSpPr txBox="1"/>
          <p:nvPr/>
        </p:nvSpPr>
        <p:spPr>
          <a:xfrm>
            <a:off x="1884581" y="6404378"/>
            <a:ext cx="362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Spaß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und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Erholung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50" name="Прямоугольник: скругленные углы 49">
            <a:extLst>
              <a:ext uri="{FF2B5EF4-FFF2-40B4-BE49-F238E27FC236}">
                <a16:creationId xmlns:a16="http://schemas.microsoft.com/office/drawing/2014/main" id="{FAF6FA83-5FBF-CC69-03BD-483FB74D874E}"/>
              </a:ext>
            </a:extLst>
          </p:cNvPr>
          <p:cNvSpPr/>
          <p:nvPr/>
        </p:nvSpPr>
        <p:spPr>
          <a:xfrm>
            <a:off x="8505603" y="4045813"/>
            <a:ext cx="3521980" cy="272414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C88B27E-E0F4-1609-8A84-5D03078C7180}"/>
              </a:ext>
            </a:extLst>
          </p:cNvPr>
          <p:cNvSpPr txBox="1"/>
          <p:nvPr/>
        </p:nvSpPr>
        <p:spPr>
          <a:xfrm>
            <a:off x="8790025" y="5918750"/>
            <a:ext cx="2994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Langfristige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Spielerunterstützung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96E58CD-B98F-066B-675E-F6DFFE5FA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015" t="57156" r="12698" b="16207"/>
          <a:stretch/>
        </p:blipFill>
        <p:spPr>
          <a:xfrm>
            <a:off x="1579000" y="2344306"/>
            <a:ext cx="4180319" cy="2165032"/>
          </a:xfrm>
          <a:custGeom>
            <a:avLst/>
            <a:gdLst>
              <a:gd name="connsiteX0" fmla="*/ 254175 w 4180319"/>
              <a:gd name="connsiteY0" fmla="*/ 0 h 2165032"/>
              <a:gd name="connsiteX1" fmla="*/ 3926144 w 4180319"/>
              <a:gd name="connsiteY1" fmla="*/ 0 h 2165032"/>
              <a:gd name="connsiteX2" fmla="*/ 4180319 w 4180319"/>
              <a:gd name="connsiteY2" fmla="*/ 254175 h 2165032"/>
              <a:gd name="connsiteX3" fmla="*/ 4180319 w 4180319"/>
              <a:gd name="connsiteY3" fmla="*/ 1910857 h 2165032"/>
              <a:gd name="connsiteX4" fmla="*/ 3926144 w 4180319"/>
              <a:gd name="connsiteY4" fmla="*/ 2165032 h 2165032"/>
              <a:gd name="connsiteX5" fmla="*/ 254175 w 4180319"/>
              <a:gd name="connsiteY5" fmla="*/ 2165032 h 2165032"/>
              <a:gd name="connsiteX6" fmla="*/ 0 w 4180319"/>
              <a:gd name="connsiteY6" fmla="*/ 1910857 h 2165032"/>
              <a:gd name="connsiteX7" fmla="*/ 0 w 4180319"/>
              <a:gd name="connsiteY7" fmla="*/ 254175 h 2165032"/>
              <a:gd name="connsiteX8" fmla="*/ 254175 w 4180319"/>
              <a:gd name="connsiteY8" fmla="*/ 0 h 2165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180319" h="2165032">
                <a:moveTo>
                  <a:pt x="254175" y="0"/>
                </a:moveTo>
                <a:lnTo>
                  <a:pt x="3926144" y="0"/>
                </a:lnTo>
                <a:cubicBezTo>
                  <a:pt x="4066521" y="0"/>
                  <a:pt x="4180319" y="113798"/>
                  <a:pt x="4180319" y="254175"/>
                </a:cubicBezTo>
                <a:lnTo>
                  <a:pt x="4180319" y="1910857"/>
                </a:lnTo>
                <a:cubicBezTo>
                  <a:pt x="4180319" y="2051234"/>
                  <a:pt x="4066521" y="2165032"/>
                  <a:pt x="3926144" y="2165032"/>
                </a:cubicBezTo>
                <a:lnTo>
                  <a:pt x="254175" y="2165032"/>
                </a:lnTo>
                <a:cubicBezTo>
                  <a:pt x="113798" y="2165032"/>
                  <a:pt x="0" y="2051234"/>
                  <a:pt x="0" y="1910857"/>
                </a:cubicBezTo>
                <a:lnTo>
                  <a:pt x="0" y="254175"/>
                </a:lnTo>
                <a:cubicBezTo>
                  <a:pt x="0" y="113798"/>
                  <a:pt x="113798" y="0"/>
                  <a:pt x="254175" y="0"/>
                </a:cubicBezTo>
                <a:close/>
              </a:path>
            </a:pathLst>
          </a:cu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11B4198-E457-5875-A957-570A48C7C7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050" b="24861"/>
          <a:stretch/>
        </p:blipFill>
        <p:spPr>
          <a:xfrm>
            <a:off x="1835206" y="3027014"/>
            <a:ext cx="3622953" cy="623641"/>
          </a:xfrm>
          <a:prstGeom prst="rect">
            <a:avLst/>
          </a:prstGeom>
        </p:spPr>
      </p:pic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761F07D9-994B-DDB0-CE6D-83D6B57C122D}"/>
              </a:ext>
            </a:extLst>
          </p:cNvPr>
          <p:cNvSpPr/>
          <p:nvPr/>
        </p:nvSpPr>
        <p:spPr>
          <a:xfrm>
            <a:off x="5918434" y="137899"/>
            <a:ext cx="2407951" cy="3194748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22" name="Прямоугольник: скругленные углы 21">
            <a:extLst>
              <a:ext uri="{FF2B5EF4-FFF2-40B4-BE49-F238E27FC236}">
                <a16:creationId xmlns:a16="http://schemas.microsoft.com/office/drawing/2014/main" id="{67BB2492-1FF4-A92C-7872-01F0F630E5E1}"/>
              </a:ext>
            </a:extLst>
          </p:cNvPr>
          <p:cNvSpPr/>
          <p:nvPr/>
        </p:nvSpPr>
        <p:spPr>
          <a:xfrm>
            <a:off x="5918433" y="3525353"/>
            <a:ext cx="2407951" cy="324460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4E152C-D5AA-4266-42B7-6D82F28A285B}"/>
              </a:ext>
            </a:extLst>
          </p:cNvPr>
          <p:cNvSpPr txBox="1"/>
          <p:nvPr/>
        </p:nvSpPr>
        <p:spPr>
          <a:xfrm>
            <a:off x="6063372" y="2566486"/>
            <a:ext cx="2138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Neue Modi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als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DLCs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0703F3-965D-E11A-CD5C-9E87B8D1289C}"/>
              </a:ext>
            </a:extLst>
          </p:cNvPr>
          <p:cNvSpPr txBox="1"/>
          <p:nvPr/>
        </p:nvSpPr>
        <p:spPr>
          <a:xfrm>
            <a:off x="6189692" y="3782109"/>
            <a:ext cx="1869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Multiplayer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31F940-B419-E078-3508-CE4E79E13A34}"/>
              </a:ext>
            </a:extLst>
          </p:cNvPr>
          <p:cNvSpPr txBox="1"/>
          <p:nvPr/>
        </p:nvSpPr>
        <p:spPr>
          <a:xfrm rot="16200000">
            <a:off x="-2250732" y="3111382"/>
            <a:ext cx="636429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Swis721 Blk BT" panose="020B0904030502020204" pitchFamily="34" charset="0"/>
              </a:rPr>
              <a:t>ZUKUNFT IM BLICK</a:t>
            </a:r>
            <a:endParaRPr lang="ru-RU" sz="4400" dirty="0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855A99-3A07-0F8E-D3FD-EFB410E76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7602" y="4185334"/>
            <a:ext cx="2447496" cy="172965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A201F5D-9535-4BF3-4F82-1BD754F4CD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5786" y="456214"/>
            <a:ext cx="1951829" cy="134228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7D71E73-77D3-198C-6CD1-7E23B04E72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4614" y="650324"/>
            <a:ext cx="1704001" cy="170400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0620C2E-261C-EAB9-8C08-6EFB3FEDC6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1142" y="4438756"/>
            <a:ext cx="1777629" cy="1777629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304C64A4-A533-C7AE-76CB-84F69CB5143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0177" b="56897"/>
          <a:stretch>
            <a:fillRect/>
          </a:stretch>
        </p:blipFill>
        <p:spPr>
          <a:xfrm>
            <a:off x="8505603" y="2779033"/>
            <a:ext cx="3178736" cy="1174184"/>
          </a:xfrm>
          <a:custGeom>
            <a:avLst/>
            <a:gdLst>
              <a:gd name="connsiteX0" fmla="*/ 0 w 3178736"/>
              <a:gd name="connsiteY0" fmla="*/ 0 h 1174184"/>
              <a:gd name="connsiteX1" fmla="*/ 3178736 w 3178736"/>
              <a:gd name="connsiteY1" fmla="*/ 0 h 1174184"/>
              <a:gd name="connsiteX2" fmla="*/ 3178736 w 3178736"/>
              <a:gd name="connsiteY2" fmla="*/ 1174184 h 1174184"/>
              <a:gd name="connsiteX3" fmla="*/ 188191 w 3178736"/>
              <a:gd name="connsiteY3" fmla="*/ 1174184 h 1174184"/>
              <a:gd name="connsiteX4" fmla="*/ 0 w 3178736"/>
              <a:gd name="connsiteY4" fmla="*/ 985993 h 1174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8736" h="1174184">
                <a:moveTo>
                  <a:pt x="0" y="0"/>
                </a:moveTo>
                <a:lnTo>
                  <a:pt x="3178736" y="0"/>
                </a:lnTo>
                <a:lnTo>
                  <a:pt x="3178736" y="1174184"/>
                </a:lnTo>
                <a:lnTo>
                  <a:pt x="188191" y="1174184"/>
                </a:lnTo>
                <a:cubicBezTo>
                  <a:pt x="84256" y="1174184"/>
                  <a:pt x="0" y="1089928"/>
                  <a:pt x="0" y="985993"/>
                </a:cubicBezTo>
                <a:close/>
              </a:path>
            </a:pathLst>
          </a:cu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E71A1E08-F1B3-FBE7-9375-E9C2A33D021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7948" y="4846710"/>
            <a:ext cx="2532878" cy="1553913"/>
          </a:xfrm>
          <a:prstGeom prst="rect">
            <a:avLst/>
          </a:prstGeom>
        </p:spPr>
      </p:pic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95E2C6B1-A97D-ECAB-45EF-BF4A79E795C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70554" y="346852"/>
            <a:ext cx="1393515" cy="1393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379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76C4A-DDCB-1684-41BD-31DD1C876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6C7E6058-FBC3-04CD-2CD7-49512BD6E8B8}"/>
              </a:ext>
            </a:extLst>
          </p:cNvPr>
          <p:cNvCxnSpPr>
            <a:cxnSpLocks/>
          </p:cNvCxnSpPr>
          <p:nvPr/>
        </p:nvCxnSpPr>
        <p:spPr>
          <a:xfrm>
            <a:off x="9914955" y="2257629"/>
            <a:ext cx="1653358" cy="1042809"/>
          </a:xfrm>
          <a:prstGeom prst="curvedConnector3">
            <a:avLst>
              <a:gd name="adj1" fmla="val 43756"/>
            </a:avLst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65780089-5235-0399-020F-AC5D8863509E}"/>
              </a:ext>
            </a:extLst>
          </p:cNvPr>
          <p:cNvCxnSpPr>
            <a:cxnSpLocks/>
          </p:cNvCxnSpPr>
          <p:nvPr/>
        </p:nvCxnSpPr>
        <p:spPr>
          <a:xfrm flipV="1">
            <a:off x="6955092" y="2469789"/>
            <a:ext cx="1699907" cy="959211"/>
          </a:xfrm>
          <a:prstGeom prst="curvedConnector3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5E2BD177-22F3-F0E0-1CD0-22ACBAD109F5}"/>
              </a:ext>
            </a:extLst>
          </p:cNvPr>
          <p:cNvSpPr/>
          <p:nvPr/>
        </p:nvSpPr>
        <p:spPr>
          <a:xfrm>
            <a:off x="3917155" y="145981"/>
            <a:ext cx="4406637" cy="2107096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29346521-89C9-CA18-6ADD-60737C6A7A95}"/>
              </a:ext>
            </a:extLst>
          </p:cNvPr>
          <p:cNvSpPr/>
          <p:nvPr/>
        </p:nvSpPr>
        <p:spPr>
          <a:xfrm>
            <a:off x="8492903" y="150533"/>
            <a:ext cx="3543521" cy="2107095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8FDDAFF4-D7D2-F829-0F7A-B66C5903B2DD}"/>
              </a:ext>
            </a:extLst>
          </p:cNvPr>
          <p:cNvSpPr/>
          <p:nvPr/>
        </p:nvSpPr>
        <p:spPr>
          <a:xfrm>
            <a:off x="3889221" y="4604923"/>
            <a:ext cx="4457047" cy="216503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C359FA11-C4B7-5809-B69F-2FAA0D42C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235" y="32670"/>
            <a:ext cx="3622953" cy="231755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F7AA0BF-569B-F493-2989-FADF3F0BF73B}"/>
              </a:ext>
            </a:extLst>
          </p:cNvPr>
          <p:cNvSpPr txBox="1"/>
          <p:nvPr/>
        </p:nvSpPr>
        <p:spPr>
          <a:xfrm>
            <a:off x="4265705" y="1788160"/>
            <a:ext cx="362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Strategie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und Zusammenarbeit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D6E7FF-6550-CBE8-1BD5-8A84B4FC95AB}"/>
              </a:ext>
            </a:extLst>
          </p:cNvPr>
          <p:cNvSpPr txBox="1"/>
          <p:nvPr/>
        </p:nvSpPr>
        <p:spPr>
          <a:xfrm>
            <a:off x="8684833" y="1798503"/>
            <a:ext cx="3165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Erweiterung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durch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DLC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7B10C9EB-BCBE-2228-AC04-82EC68660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769" y="4765297"/>
            <a:ext cx="2301058" cy="165770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5FB33B49-75F3-09F3-439E-D20159FAFCF7}"/>
              </a:ext>
            </a:extLst>
          </p:cNvPr>
          <p:cNvSpPr txBox="1"/>
          <p:nvPr/>
        </p:nvSpPr>
        <p:spPr>
          <a:xfrm>
            <a:off x="4301278" y="6404378"/>
            <a:ext cx="3622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Für die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ganze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Familie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50" name="Прямоугольник: скругленные углы 49">
            <a:extLst>
              <a:ext uri="{FF2B5EF4-FFF2-40B4-BE49-F238E27FC236}">
                <a16:creationId xmlns:a16="http://schemas.microsoft.com/office/drawing/2014/main" id="{C06FBE69-C036-CF08-D135-5358E54B983C}"/>
              </a:ext>
            </a:extLst>
          </p:cNvPr>
          <p:cNvSpPr/>
          <p:nvPr/>
        </p:nvSpPr>
        <p:spPr>
          <a:xfrm>
            <a:off x="8505603" y="2344306"/>
            <a:ext cx="3521980" cy="4425649"/>
          </a:xfrm>
          <a:prstGeom prst="roundRect">
            <a:avLst>
              <a:gd name="adj" fmla="val 7467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D8F4EDC-0CED-C4F1-162D-3F9356EFC5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3015" t="57156" r="12698" b="16207"/>
          <a:stretch/>
        </p:blipFill>
        <p:spPr>
          <a:xfrm>
            <a:off x="3917155" y="2344306"/>
            <a:ext cx="4429114" cy="2165032"/>
          </a:xfrm>
          <a:custGeom>
            <a:avLst/>
            <a:gdLst>
              <a:gd name="connsiteX0" fmla="*/ 254175 w 4180319"/>
              <a:gd name="connsiteY0" fmla="*/ 0 h 2165032"/>
              <a:gd name="connsiteX1" fmla="*/ 3926144 w 4180319"/>
              <a:gd name="connsiteY1" fmla="*/ 0 h 2165032"/>
              <a:gd name="connsiteX2" fmla="*/ 4180319 w 4180319"/>
              <a:gd name="connsiteY2" fmla="*/ 254175 h 2165032"/>
              <a:gd name="connsiteX3" fmla="*/ 4180319 w 4180319"/>
              <a:gd name="connsiteY3" fmla="*/ 1910857 h 2165032"/>
              <a:gd name="connsiteX4" fmla="*/ 3926144 w 4180319"/>
              <a:gd name="connsiteY4" fmla="*/ 2165032 h 2165032"/>
              <a:gd name="connsiteX5" fmla="*/ 254175 w 4180319"/>
              <a:gd name="connsiteY5" fmla="*/ 2165032 h 2165032"/>
              <a:gd name="connsiteX6" fmla="*/ 0 w 4180319"/>
              <a:gd name="connsiteY6" fmla="*/ 1910857 h 2165032"/>
              <a:gd name="connsiteX7" fmla="*/ 0 w 4180319"/>
              <a:gd name="connsiteY7" fmla="*/ 254175 h 2165032"/>
              <a:gd name="connsiteX8" fmla="*/ 254175 w 4180319"/>
              <a:gd name="connsiteY8" fmla="*/ 0 h 2165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180319" h="2165032">
                <a:moveTo>
                  <a:pt x="254175" y="0"/>
                </a:moveTo>
                <a:lnTo>
                  <a:pt x="3926144" y="0"/>
                </a:lnTo>
                <a:cubicBezTo>
                  <a:pt x="4066521" y="0"/>
                  <a:pt x="4180319" y="113798"/>
                  <a:pt x="4180319" y="254175"/>
                </a:cubicBezTo>
                <a:lnTo>
                  <a:pt x="4180319" y="1910857"/>
                </a:lnTo>
                <a:cubicBezTo>
                  <a:pt x="4180319" y="2051234"/>
                  <a:pt x="4066521" y="2165032"/>
                  <a:pt x="3926144" y="2165032"/>
                </a:cubicBezTo>
                <a:lnTo>
                  <a:pt x="254175" y="2165032"/>
                </a:lnTo>
                <a:cubicBezTo>
                  <a:pt x="113798" y="2165032"/>
                  <a:pt x="0" y="2051234"/>
                  <a:pt x="0" y="1910857"/>
                </a:cubicBezTo>
                <a:lnTo>
                  <a:pt x="0" y="254175"/>
                </a:lnTo>
                <a:cubicBezTo>
                  <a:pt x="0" y="113798"/>
                  <a:pt x="113798" y="0"/>
                  <a:pt x="254175" y="0"/>
                </a:cubicBezTo>
                <a:close/>
              </a:path>
            </a:pathLst>
          </a:cu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C502CAE-4533-5010-F7F6-20DD5CE088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050" b="24861"/>
          <a:stretch/>
        </p:blipFill>
        <p:spPr>
          <a:xfrm>
            <a:off x="4301279" y="3027014"/>
            <a:ext cx="3622953" cy="623641"/>
          </a:xfrm>
          <a:prstGeom prst="rect">
            <a:avLst/>
          </a:prstGeom>
        </p:spPr>
      </p:pic>
      <p:cxnSp>
        <p:nvCxnSpPr>
          <p:cNvPr id="13" name="Curved Connector 16">
            <a:extLst>
              <a:ext uri="{FF2B5EF4-FFF2-40B4-BE49-F238E27FC236}">
                <a16:creationId xmlns:a16="http://schemas.microsoft.com/office/drawing/2014/main" id="{B8D29532-CBD8-3171-5F7B-C5A560EC2048}"/>
              </a:ext>
            </a:extLst>
          </p:cNvPr>
          <p:cNvCxnSpPr>
            <a:cxnSpLocks/>
          </p:cNvCxnSpPr>
          <p:nvPr/>
        </p:nvCxnSpPr>
        <p:spPr>
          <a:xfrm>
            <a:off x="1617258" y="2253077"/>
            <a:ext cx="1653358" cy="1042809"/>
          </a:xfrm>
          <a:prstGeom prst="curvedConnector3">
            <a:avLst>
              <a:gd name="adj1" fmla="val 43756"/>
            </a:avLst>
          </a:prstGeom>
          <a:ln w="508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1F737F1C-7E07-DF65-4153-BA4E6C7F865F}"/>
              </a:ext>
            </a:extLst>
          </p:cNvPr>
          <p:cNvSpPr/>
          <p:nvPr/>
        </p:nvSpPr>
        <p:spPr>
          <a:xfrm>
            <a:off x="207906" y="2345673"/>
            <a:ext cx="3521980" cy="160299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D12E70CF-4735-E6D3-902A-7FAD956A617D}"/>
              </a:ext>
            </a:extLst>
          </p:cNvPr>
          <p:cNvSpPr/>
          <p:nvPr/>
        </p:nvSpPr>
        <p:spPr>
          <a:xfrm>
            <a:off x="195206" y="145981"/>
            <a:ext cx="3543521" cy="2107095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8655638-24E6-5497-FF25-4C4BB19CB92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192" t="23326" r="4633" b="21441"/>
          <a:stretch/>
        </p:blipFill>
        <p:spPr>
          <a:xfrm>
            <a:off x="1003840" y="2490910"/>
            <a:ext cx="1903689" cy="1042809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0BD6ED1C-7AC8-24B8-9BEF-F6C5B40B8C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542" y="376310"/>
            <a:ext cx="2034708" cy="125684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9494F6E-E734-891A-F47B-AAE872681A05}"/>
              </a:ext>
            </a:extLst>
          </p:cNvPr>
          <p:cNvSpPr txBox="1"/>
          <p:nvPr/>
        </p:nvSpPr>
        <p:spPr>
          <a:xfrm>
            <a:off x="1276223" y="1793951"/>
            <a:ext cx="1358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Java 21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E1B561-3F18-8245-7302-CD54164431F1}"/>
              </a:ext>
            </a:extLst>
          </p:cNvPr>
          <p:cNvSpPr txBox="1"/>
          <p:nvPr/>
        </p:nvSpPr>
        <p:spPr>
          <a:xfrm>
            <a:off x="1266703" y="3520801"/>
            <a:ext cx="1358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libGDX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10B72F43-7311-04A9-1D19-AFE2AA1EE4EF}"/>
              </a:ext>
            </a:extLst>
          </p:cNvPr>
          <p:cNvSpPr/>
          <p:nvPr/>
        </p:nvSpPr>
        <p:spPr>
          <a:xfrm>
            <a:off x="207906" y="4041261"/>
            <a:ext cx="3521980" cy="2724142"/>
          </a:xfrm>
          <a:prstGeom prst="roundRect">
            <a:avLst>
              <a:gd name="adj" fmla="val 11740"/>
            </a:avLst>
          </a:prstGeom>
          <a:solidFill>
            <a:srgbClr val="EBEC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95C9A2DC-5612-61E3-6E96-1A96CC0CC44A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2606" t="9138" r="18530" b="27570"/>
          <a:stretch/>
        </p:blipFill>
        <p:spPr>
          <a:xfrm>
            <a:off x="207906" y="4510705"/>
            <a:ext cx="3099775" cy="2254698"/>
          </a:xfrm>
          <a:custGeom>
            <a:avLst/>
            <a:gdLst>
              <a:gd name="connsiteX0" fmla="*/ 0 w 3099775"/>
              <a:gd name="connsiteY0" fmla="*/ 0 h 2254698"/>
              <a:gd name="connsiteX1" fmla="*/ 3099775 w 3099775"/>
              <a:gd name="connsiteY1" fmla="*/ 0 h 2254698"/>
              <a:gd name="connsiteX2" fmla="*/ 3099775 w 3099775"/>
              <a:gd name="connsiteY2" fmla="*/ 2254698 h 2254698"/>
              <a:gd name="connsiteX3" fmla="*/ 319814 w 3099775"/>
              <a:gd name="connsiteY3" fmla="*/ 2254698 h 2254698"/>
              <a:gd name="connsiteX4" fmla="*/ 0 w 3099775"/>
              <a:gd name="connsiteY4" fmla="*/ 1934884 h 2254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9775" h="2254698">
                <a:moveTo>
                  <a:pt x="0" y="0"/>
                </a:moveTo>
                <a:lnTo>
                  <a:pt x="3099775" y="0"/>
                </a:lnTo>
                <a:lnTo>
                  <a:pt x="3099775" y="2254698"/>
                </a:lnTo>
                <a:lnTo>
                  <a:pt x="319814" y="2254698"/>
                </a:lnTo>
                <a:cubicBezTo>
                  <a:pt x="143186" y="2254698"/>
                  <a:pt x="0" y="2111512"/>
                  <a:pt x="0" y="1934884"/>
                </a:cubicBezTo>
                <a:close/>
              </a:path>
            </a:pathLst>
          </a:cu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8F20280-754F-09DB-8954-8611B21FF588}"/>
              </a:ext>
            </a:extLst>
          </p:cNvPr>
          <p:cNvSpPr txBox="1"/>
          <p:nvPr/>
        </p:nvSpPr>
        <p:spPr>
          <a:xfrm>
            <a:off x="1012000" y="4111039"/>
            <a:ext cx="1882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PC, Mac, Linux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80134A27-98E2-6CB9-C211-489EC9087F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8904" y="2661227"/>
            <a:ext cx="3268956" cy="3268956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0B6747BF-0444-6262-C34C-A4765006A934}"/>
              </a:ext>
            </a:extLst>
          </p:cNvPr>
          <p:cNvSpPr txBox="1"/>
          <p:nvPr/>
        </p:nvSpPr>
        <p:spPr>
          <a:xfrm>
            <a:off x="8790025" y="5918750"/>
            <a:ext cx="2994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Langfristige</a:t>
            </a:r>
            <a:r>
              <a:rPr lang="en-US" dirty="0">
                <a:latin typeface="SF Pro Display" panose="00000500000000000000" pitchFamily="50" charset="0"/>
                <a:ea typeface="SF Pro Display" panose="00000500000000000000" pitchFamily="50" charset="0"/>
              </a:rPr>
              <a:t> </a:t>
            </a:r>
            <a:r>
              <a:rPr lang="en-US" dirty="0" err="1">
                <a:latin typeface="SF Pro Display" panose="00000500000000000000" pitchFamily="50" charset="0"/>
                <a:ea typeface="SF Pro Display" panose="00000500000000000000" pitchFamily="50" charset="0"/>
              </a:rPr>
              <a:t>Spielerunterstützung</a:t>
            </a:r>
            <a:endParaRPr lang="ru-RU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pic>
        <p:nvPicPr>
          <p:cNvPr id="65" name="Рисунок 64">
            <a:extLst>
              <a:ext uri="{FF2B5EF4-FFF2-40B4-BE49-F238E27FC236}">
                <a16:creationId xmlns:a16="http://schemas.microsoft.com/office/drawing/2014/main" id="{F82F3C1B-E420-9825-7151-34CBE111699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7146" y="376310"/>
            <a:ext cx="2335033" cy="1523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87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721</TotalTime>
  <Words>110</Words>
  <Application>Microsoft Office PowerPoint</Application>
  <PresentationFormat>Широкоэкранный</PresentationFormat>
  <Paragraphs>55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SF Pro Display</vt:lpstr>
      <vt:lpstr>Swis721 Blk BT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Nataliia Shcherba</dc:creator>
  <cp:lastModifiedBy>Nikolai Krysin</cp:lastModifiedBy>
  <cp:revision>9</cp:revision>
  <dcterms:created xsi:type="dcterms:W3CDTF">2025-01-14T13:19:14Z</dcterms:created>
  <dcterms:modified xsi:type="dcterms:W3CDTF">2025-01-16T10:44:24Z</dcterms:modified>
</cp:coreProperties>
</file>